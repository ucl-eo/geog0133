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9" r:id="rId1"/>
  </p:sldMasterIdLst>
  <p:notesMasterIdLst>
    <p:notesMasterId r:id="rId14"/>
  </p:notesMasterIdLst>
  <p:sldIdLst>
    <p:sldId id="256" r:id="rId2"/>
    <p:sldId id="257" r:id="rId3"/>
    <p:sldId id="323" r:id="rId4"/>
    <p:sldId id="324" r:id="rId5"/>
    <p:sldId id="325" r:id="rId6"/>
    <p:sldId id="326" r:id="rId7"/>
    <p:sldId id="327" r:id="rId8"/>
    <p:sldId id="328" r:id="rId9"/>
    <p:sldId id="329" r:id="rId10"/>
    <p:sldId id="330" r:id="rId11"/>
    <p:sldId id="333" r:id="rId12"/>
    <p:sldId id="335" r:id="rId13"/>
  </p:sldIdLst>
  <p:sldSz cx="10080625" cy="7559675"/>
  <p:notesSz cx="7559675" cy="10691813"/>
  <p:defaultTex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7872"/>
  </p:normalViewPr>
  <p:slideViewPr>
    <p:cSldViewPr snapToGrid="0" snapToObjects="1">
      <p:cViewPr varScale="1">
        <p:scale>
          <a:sx n="85" d="100"/>
          <a:sy n="85" d="100"/>
        </p:scale>
        <p:origin x="2056"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
        <p:cNvGrpSpPr/>
        <p:nvPr/>
      </p:nvGrpSpPr>
      <p:grpSpPr>
        <a:xfrm>
          <a:off x="0" y="0"/>
          <a:ext cx="0" cy="0"/>
          <a:chOff x="0" y="0"/>
          <a:chExt cx="0" cy="0"/>
        </a:xfrm>
      </p:grpSpPr>
      <p:sp>
        <p:nvSpPr>
          <p:cNvPr id="2" name="Shape 2"/>
          <p:cNvSpPr>
            <a:spLocks noGrp="1" noRot="1" noChangeAspect="1"/>
          </p:cNvSpPr>
          <p:nvPr>
            <p:ph type="sldImg" idx="2"/>
          </p:nvPr>
        </p:nvSpPr>
        <p:spPr>
          <a:xfrm>
            <a:off x="1106487" y="812800"/>
            <a:ext cx="5343525" cy="4006850"/>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3" name="Shape 3"/>
          <p:cNvSpPr txBox="1">
            <a:spLocks noGrp="1"/>
          </p:cNvSpPr>
          <p:nvPr>
            <p:ph type="body" idx="1"/>
          </p:nvPr>
        </p:nvSpPr>
        <p:spPr>
          <a:xfrm>
            <a:off x="755650" y="5078412"/>
            <a:ext cx="6046787" cy="4810124"/>
          </a:xfrm>
          <a:prstGeom prst="rect">
            <a:avLst/>
          </a:prstGeom>
          <a:noFill/>
          <a:ln>
            <a:noFill/>
          </a:ln>
        </p:spPr>
        <p:txBody>
          <a:bodyPr lIns="91425" tIns="91425" rIns="91425" bIns="91425" anchor="ctr" anchorCtr="0"/>
          <a:lstStyle>
            <a:lvl1pPr>
              <a:defRPr/>
            </a:lvl1pPr>
            <a:lvl2pPr>
              <a:defRPr/>
            </a:lvl2pPr>
            <a:lvl3pPr>
              <a:defRPr/>
            </a:lvl3pPr>
            <a:lvl4pPr>
              <a:defRPr/>
            </a:lvl4pPr>
            <a:lvl5pPr>
              <a:defRPr/>
            </a:lvl5pPr>
            <a:lvl6pPr>
              <a:defRPr/>
            </a:lvl6pPr>
            <a:lvl7pPr>
              <a:defRPr/>
            </a:lvl7pPr>
            <a:lvl8pPr>
              <a:defRPr/>
            </a:lvl8pPr>
            <a:lvl9pPr>
              <a:defRPr/>
            </a:lvl9pPr>
          </a:lstStyle>
          <a:p>
            <a:endParaRPr/>
          </a:p>
        </p:txBody>
      </p:sp>
      <p:sp>
        <p:nvSpPr>
          <p:cNvPr id="4" name="Shape 4"/>
          <p:cNvSpPr txBox="1">
            <a:spLocks noGrp="1"/>
          </p:cNvSpPr>
          <p:nvPr>
            <p:ph type="hdr" idx="3"/>
          </p:nvPr>
        </p:nvSpPr>
        <p:spPr>
          <a:xfrm>
            <a:off x="0" y="0"/>
            <a:ext cx="3279775" cy="533399"/>
          </a:xfrm>
          <a:prstGeom prst="rect">
            <a:avLst/>
          </a:prstGeom>
          <a:noFill/>
          <a:ln>
            <a:noFill/>
          </a:ln>
        </p:spPr>
        <p:txBody>
          <a:bodyPr lIns="91425" tIns="91425" rIns="91425" bIns="91425" anchor="t" anchorCtr="0"/>
          <a:lstStyle>
            <a:lvl1pPr marL="0" marR="0" indent="0" algn="l" rtl="0">
              <a:spcBef>
                <a:spcPts val="0"/>
              </a:spcBef>
              <a:defRPr/>
            </a:lvl1pPr>
            <a:lvl2pPr>
              <a:defRPr/>
            </a:lvl2pPr>
            <a:lvl3pPr>
              <a:defRPr/>
            </a:lvl3pPr>
            <a:lvl4pPr>
              <a:defRPr/>
            </a:lvl4pPr>
            <a:lvl5pPr>
              <a:defRPr/>
            </a:lvl5pPr>
            <a:lvl6pPr>
              <a:defRPr/>
            </a:lvl6pPr>
            <a:lvl7pPr>
              <a:defRPr/>
            </a:lvl7pPr>
            <a:lvl8pPr>
              <a:defRPr/>
            </a:lvl8pPr>
            <a:lvl9pPr>
              <a:defRPr/>
            </a:lvl9pPr>
          </a:lstStyle>
          <a:p>
            <a:endParaRPr/>
          </a:p>
        </p:txBody>
      </p:sp>
      <p:sp>
        <p:nvSpPr>
          <p:cNvPr id="5" name="Shape 5"/>
          <p:cNvSpPr txBox="1">
            <a:spLocks noGrp="1"/>
          </p:cNvSpPr>
          <p:nvPr>
            <p:ph type="dt" idx="10"/>
          </p:nvPr>
        </p:nvSpPr>
        <p:spPr>
          <a:xfrm>
            <a:off x="4278312" y="0"/>
            <a:ext cx="3279775" cy="533399"/>
          </a:xfrm>
          <a:prstGeom prst="rect">
            <a:avLst/>
          </a:prstGeom>
          <a:noFill/>
          <a:ln>
            <a:noFill/>
          </a:ln>
        </p:spPr>
        <p:txBody>
          <a:bodyPr lIns="91425" tIns="91425" rIns="91425" bIns="91425" anchor="t" anchorCtr="0"/>
          <a:lstStyle>
            <a:lvl1pPr marL="0" marR="0" indent="0" algn="r" rtl="0">
              <a:spcBef>
                <a:spcPts val="0"/>
              </a:spcBef>
              <a:defRPr/>
            </a:lvl1pPr>
            <a:lvl2pPr>
              <a:defRPr/>
            </a:lvl2pPr>
            <a:lvl3pPr>
              <a:defRPr/>
            </a:lvl3pPr>
            <a:lvl4pPr>
              <a:defRPr/>
            </a:lvl4pPr>
            <a:lvl5pPr>
              <a:defRPr/>
            </a:lvl5pPr>
            <a:lvl6pPr>
              <a:defRPr/>
            </a:lvl6pPr>
            <a:lvl7pPr>
              <a:defRPr/>
            </a:lvl7pPr>
            <a:lvl8pPr>
              <a:defRPr/>
            </a:lvl8pPr>
            <a:lvl9pPr>
              <a:defRPr/>
            </a:lvl9pPr>
          </a:lstStyle>
          <a:p>
            <a:endParaRPr/>
          </a:p>
        </p:txBody>
      </p:sp>
      <p:sp>
        <p:nvSpPr>
          <p:cNvPr id="6" name="Shape 6"/>
          <p:cNvSpPr txBox="1">
            <a:spLocks noGrp="1"/>
          </p:cNvSpPr>
          <p:nvPr>
            <p:ph type="ftr" idx="11"/>
          </p:nvPr>
        </p:nvSpPr>
        <p:spPr>
          <a:xfrm>
            <a:off x="0" y="10156825"/>
            <a:ext cx="3279775" cy="533399"/>
          </a:xfrm>
          <a:prstGeom prst="rect">
            <a:avLst/>
          </a:prstGeom>
          <a:noFill/>
          <a:ln>
            <a:noFill/>
          </a:ln>
        </p:spPr>
        <p:txBody>
          <a:bodyPr lIns="91425" tIns="91425" rIns="91425" bIns="91425" anchor="b" anchorCtr="0"/>
          <a:lstStyle>
            <a:lvl1pPr marL="0" marR="0" indent="0" algn="l" rtl="0">
              <a:spcBef>
                <a:spcPts val="0"/>
              </a:spcBef>
              <a:defRPr/>
            </a:lvl1pPr>
            <a:lvl2pPr>
              <a:defRPr/>
            </a:lvl2pPr>
            <a:lvl3pPr>
              <a:defRPr/>
            </a:lvl3pPr>
            <a:lvl4pPr>
              <a:defRPr/>
            </a:lvl4pPr>
            <a:lvl5pPr>
              <a:defRPr/>
            </a:lvl5pPr>
            <a:lvl6pPr>
              <a:defRPr/>
            </a:lvl6pPr>
            <a:lvl7pPr>
              <a:defRPr/>
            </a:lvl7pPr>
            <a:lvl8pPr>
              <a:defRPr/>
            </a:lvl8pPr>
            <a:lvl9pPr>
              <a:defRPr/>
            </a:lvl9pPr>
          </a:lstStyle>
          <a:p>
            <a:endParaRPr/>
          </a:p>
        </p:txBody>
      </p:sp>
      <p:sp>
        <p:nvSpPr>
          <p:cNvPr id="7" name="Shape 7"/>
          <p:cNvSpPr txBox="1">
            <a:spLocks noGrp="1"/>
          </p:cNvSpPr>
          <p:nvPr>
            <p:ph type="sldNum" idx="12"/>
          </p:nvPr>
        </p:nvSpPr>
        <p:spPr>
          <a:xfrm>
            <a:off x="4278312" y="10156825"/>
            <a:ext cx="3279775" cy="533399"/>
          </a:xfrm>
          <a:prstGeom prst="rect">
            <a:avLst/>
          </a:prstGeom>
          <a:noFill/>
          <a:ln>
            <a:noFill/>
          </a:ln>
        </p:spPr>
        <p:txBody>
          <a:bodyPr lIns="91425" tIns="91425" rIns="91425" bIns="91425" anchor="b" anchorCtr="0"/>
          <a:lstStyle>
            <a:lvl1pPr marL="0" marR="0" indent="0" algn="r" rtl="0">
              <a:spcBef>
                <a:spcPts val="0"/>
              </a:spcBef>
              <a:defRPr/>
            </a:lvl1pPr>
            <a:lvl2pPr marL="0" marR="0" indent="0" algn="l" rtl="0">
              <a:defRPr/>
            </a:lvl2pPr>
            <a:lvl3pPr marL="0" marR="0" indent="0" algn="l" rtl="0">
              <a:defRPr/>
            </a:lvl3pPr>
            <a:lvl4pPr marL="0" marR="0" indent="0" algn="l" rtl="0">
              <a:defRPr/>
            </a:lvl4pPr>
            <a:lvl5pPr marL="0" marR="0" indent="0" algn="l" rtl="0">
              <a:defRPr/>
            </a:lvl5pPr>
            <a:lvl6pPr marL="0" marR="0" indent="0" algn="l" rtl="0">
              <a:defRPr/>
            </a:lvl6pPr>
            <a:lvl7pPr marL="0" marR="0" indent="0" algn="l" rtl="0">
              <a:defRPr/>
            </a:lvl7pPr>
            <a:lvl8pPr marL="0" marR="0" indent="0" algn="l" rtl="0">
              <a:defRPr/>
            </a:lvl8pPr>
            <a:lvl9pPr marL="0" marR="0" indent="0" algn="l" rtl="0">
              <a:defRPr/>
            </a:lvl9p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ites.google.com/a/alaska.edu/f-stuart-chapin-terry/home/powerpoints-principles-of-ecosystem-ecology"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www.johnmorris.com.au/Photosynthesis-Analysers/LI-6400XT-Portable-Photosynthesis-System.aspx?pd=25369&amp;CategoryID=12"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Shape 88"/>
          <p:cNvSpPr txBox="1">
            <a:spLocks noGrp="1"/>
          </p:cNvSpPr>
          <p:nvPr>
            <p:ph type="sldNum" idx="12"/>
          </p:nvPr>
        </p:nvSpPr>
        <p:spPr>
          <a:xfrm>
            <a:off x="4278312" y="10156825"/>
            <a:ext cx="3279775" cy="533399"/>
          </a:xfrm>
          <a:prstGeom prst="rect">
            <a:avLst/>
          </a:prstGeom>
          <a:noFill/>
          <a:ln>
            <a:noFill/>
          </a:ln>
        </p:spPr>
        <p:txBody>
          <a:bodyPr lIns="0" tIns="0" rIns="0" bIns="0" anchor="b" anchorCtr="0">
            <a:noAutofit/>
          </a:bodyPr>
          <a:lstStyle/>
          <a:p>
            <a:pPr marL="0" marR="0" lvl="0" indent="0" algn="r" rtl="0">
              <a:spcBef>
                <a:spcPts val="0"/>
              </a:spcBef>
              <a:buSzPct val="25000"/>
              <a:buNone/>
            </a:pPr>
            <a:r>
              <a:rPr lang="en-US"/>
              <a:t> </a:t>
            </a:r>
          </a:p>
        </p:txBody>
      </p:sp>
      <p:sp>
        <p:nvSpPr>
          <p:cNvPr id="89" name="Shape 89"/>
          <p:cNvSpPr>
            <a:spLocks noGrp="1" noRot="1" noChangeAspect="1"/>
          </p:cNvSpPr>
          <p:nvPr>
            <p:ph type="sldImg" idx="2"/>
          </p:nvPr>
        </p:nvSpPr>
        <p:spPr>
          <a:xfrm>
            <a:off x="1106488" y="812800"/>
            <a:ext cx="5343525" cy="4006850"/>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90" name="Shape 90"/>
          <p:cNvSpPr txBox="1">
            <a:spLocks noGrp="1"/>
          </p:cNvSpPr>
          <p:nvPr>
            <p:ph type="body" idx="1"/>
          </p:nvPr>
        </p:nvSpPr>
        <p:spPr>
          <a:xfrm>
            <a:off x="755650" y="5078412"/>
            <a:ext cx="6046787" cy="4810124"/>
          </a:xfrm>
          <a:prstGeom prst="rect">
            <a:avLst/>
          </a:prstGeom>
          <a:noFill/>
          <a:ln>
            <a:noFill/>
          </a:ln>
        </p:spPr>
        <p:txBody>
          <a:bodyPr lIns="0" tIns="0" rIns="0" bIns="0" anchor="t" anchorCtr="0">
            <a:noAutofit/>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Shape 95"/>
          <p:cNvSpPr txBox="1">
            <a:spLocks noGrp="1"/>
          </p:cNvSpPr>
          <p:nvPr>
            <p:ph type="body" idx="1"/>
          </p:nvPr>
        </p:nvSpPr>
        <p:spPr>
          <a:xfrm>
            <a:off x="755650" y="5078412"/>
            <a:ext cx="6046787" cy="4810124"/>
          </a:xfrm>
          <a:prstGeom prst="rect">
            <a:avLst/>
          </a:prstGeom>
        </p:spPr>
        <p:txBody>
          <a:bodyPr lIns="91425" tIns="91425" rIns="91425" bIns="91425" anchor="ctr" anchorCtr="0">
            <a:noAutofit/>
          </a:bodyPr>
          <a:lstStyle/>
          <a:p>
            <a:endParaRPr/>
          </a:p>
        </p:txBody>
      </p:sp>
      <p:sp>
        <p:nvSpPr>
          <p:cNvPr id="96" name="Shape 96"/>
          <p:cNvSpPr>
            <a:spLocks noGrp="1" noRot="1" noChangeAspect="1"/>
          </p:cNvSpPr>
          <p:nvPr>
            <p:ph type="sldImg" idx="2"/>
          </p:nvPr>
        </p:nvSpPr>
        <p:spPr>
          <a:xfrm>
            <a:off x="1106488" y="812800"/>
            <a:ext cx="5343525" cy="400685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2"/>
        <p:cNvGrpSpPr/>
        <p:nvPr/>
      </p:nvGrpSpPr>
      <p:grpSpPr>
        <a:xfrm>
          <a:off x="0" y="0"/>
          <a:ext cx="0" cy="0"/>
          <a:chOff x="0" y="0"/>
          <a:chExt cx="0" cy="0"/>
        </a:xfrm>
      </p:grpSpPr>
      <p:sp>
        <p:nvSpPr>
          <p:cNvPr id="563" name="Shape 563"/>
          <p:cNvSpPr>
            <a:spLocks noGrp="1" noRot="1" noChangeAspect="1"/>
          </p:cNvSpPr>
          <p:nvPr>
            <p:ph type="sldImg" idx="2"/>
          </p:nvPr>
        </p:nvSpPr>
        <p:spPr>
          <a:xfrm>
            <a:off x="1106488" y="812800"/>
            <a:ext cx="5343525" cy="4006850"/>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564" name="Shape 564"/>
          <p:cNvSpPr txBox="1">
            <a:spLocks noGrp="1"/>
          </p:cNvSpPr>
          <p:nvPr>
            <p:ph type="body" idx="1"/>
          </p:nvPr>
        </p:nvSpPr>
        <p:spPr>
          <a:xfrm>
            <a:off x="755650" y="5078412"/>
            <a:ext cx="6046787" cy="4810124"/>
          </a:xfrm>
          <a:prstGeom prst="rect">
            <a:avLst/>
          </a:prstGeom>
          <a:noFill/>
          <a:ln>
            <a:noFill/>
          </a:ln>
        </p:spPr>
        <p:txBody>
          <a:bodyPr lIns="0" tIns="0" rIns="0" bIns="0" anchor="t" anchorCtr="0">
            <a:noAutofit/>
          </a:bodyPr>
          <a:lstStyle/>
          <a:p>
            <a:pPr>
              <a:buNone/>
            </a:pPr>
            <a:r>
              <a:rPr lang="en-US" sz="1800" b="0" i="0" u="none" strike="noStrike" cap="none" baseline="0" dirty="0"/>
              <a:t>In the ‘Farquhar’ approach (Farquhar et al. 1980), the non-limited photosynthetic rate </a:t>
            </a:r>
            <a:r>
              <a:rPr lang="en-US" sz="1200" b="0" i="1" u="none" strike="noStrike" cap="none" baseline="0" dirty="0">
                <a:solidFill>
                  <a:srgbClr val="000000"/>
                </a:solidFill>
                <a:latin typeface="Times New Roman"/>
                <a:ea typeface="Times New Roman"/>
                <a:cs typeface="Times New Roman"/>
                <a:sym typeface="Times New Roman"/>
              </a:rPr>
              <a:t>A</a:t>
            </a:r>
            <a:r>
              <a:rPr lang="en-US" sz="1200" b="0" i="0" u="none" strike="noStrike" cap="none" baseline="0" dirty="0">
                <a:solidFill>
                  <a:srgbClr val="000000"/>
                </a:solidFill>
                <a:latin typeface="Times New Roman"/>
                <a:ea typeface="Times New Roman"/>
                <a:cs typeface="Times New Roman"/>
                <a:sym typeface="Times New Roman"/>
              </a:rPr>
              <a:t>0</a:t>
            </a:r>
            <a:r>
              <a:rPr lang="en-US" sz="1800" b="0" i="0" u="none" strike="noStrike" cap="none" baseline="0" dirty="0"/>
              <a:t> is calculated for a fixed value of intercellular CO2 concentration </a:t>
            </a:r>
            <a:r>
              <a:rPr lang="en-US" sz="1200" b="0" i="1" u="none" strike="noStrike" cap="none" baseline="0" dirty="0">
                <a:solidFill>
                  <a:srgbClr val="000000"/>
                </a:solidFill>
                <a:latin typeface="Times New Roman"/>
                <a:ea typeface="Times New Roman"/>
                <a:cs typeface="Times New Roman"/>
                <a:sym typeface="Times New Roman"/>
              </a:rPr>
              <a:t>Ci</a:t>
            </a:r>
            <a:r>
              <a:rPr lang="en-US" sz="1200" b="0" i="0" u="none" strike="noStrike" cap="none" baseline="0" dirty="0">
                <a:solidFill>
                  <a:srgbClr val="000000"/>
                </a:solidFill>
                <a:latin typeface="Times New Roman"/>
                <a:ea typeface="Times New Roman"/>
                <a:cs typeface="Times New Roman"/>
                <a:sym typeface="Times New Roman"/>
              </a:rPr>
              <a:t>,0</a:t>
            </a:r>
            <a:r>
              <a:rPr lang="en-US" sz="1800" b="0" i="0" u="none" strike="noStrike" cap="none" baseline="0" dirty="0"/>
              <a:t> (Knorr, 1998). The actual carbon assimilation rate </a:t>
            </a:r>
            <a:r>
              <a:rPr lang="en-US" sz="1200" b="0" i="1" u="none" strike="noStrike" cap="none" baseline="0" dirty="0">
                <a:solidFill>
                  <a:srgbClr val="000000"/>
                </a:solidFill>
                <a:latin typeface="Times New Roman"/>
                <a:ea typeface="Times New Roman"/>
                <a:cs typeface="Times New Roman"/>
                <a:sym typeface="Times New Roman"/>
              </a:rPr>
              <a:t>A</a:t>
            </a:r>
            <a:r>
              <a:rPr lang="en-US" sz="1200" b="0" i="0" u="none" strike="noStrike" cap="none" baseline="0" dirty="0">
                <a:solidFill>
                  <a:srgbClr val="000000"/>
                </a:solidFill>
                <a:latin typeface="Times New Roman"/>
                <a:ea typeface="Times New Roman"/>
                <a:cs typeface="Times New Roman"/>
                <a:sym typeface="Times New Roman"/>
              </a:rPr>
              <a:t>:</a:t>
            </a:r>
            <a:r>
              <a:rPr lang="en-US" sz="1800" b="0" i="0" u="none" strike="noStrike" cap="none" baseline="0" dirty="0"/>
              <a:t> at the leaf level depends on the actual intercellular CO2 concentration </a:t>
            </a:r>
            <a:r>
              <a:rPr lang="en-US" sz="1200" b="0" i="1" u="none" strike="noStrike" cap="none" baseline="0" dirty="0">
                <a:solidFill>
                  <a:srgbClr val="000000"/>
                </a:solidFill>
                <a:latin typeface="Times New Roman"/>
                <a:ea typeface="Times New Roman"/>
                <a:cs typeface="Times New Roman"/>
                <a:sym typeface="Times New Roman"/>
              </a:rPr>
              <a:t>Ci</a:t>
            </a:r>
            <a:r>
              <a:rPr lang="en-US" sz="1800" b="0" i="0" u="none" strike="noStrike" cap="none" baseline="0" dirty="0"/>
              <a:t>. For the C3 pathway it is calculated as a function of the electron transport limited rate </a:t>
            </a:r>
            <a:r>
              <a:rPr lang="en-US" sz="1200" b="0" i="1" u="none" strike="noStrike" cap="none" baseline="0" dirty="0">
                <a:solidFill>
                  <a:srgbClr val="000000"/>
                </a:solidFill>
                <a:latin typeface="Times New Roman"/>
                <a:ea typeface="Times New Roman"/>
                <a:cs typeface="Times New Roman"/>
                <a:sym typeface="Times New Roman"/>
              </a:rPr>
              <a:t>JE</a:t>
            </a:r>
            <a:r>
              <a:rPr lang="en-US" sz="1800" b="0" i="0" u="none" strike="noStrike" cap="none" baseline="0" dirty="0"/>
              <a:t> and a </a:t>
            </a:r>
            <a:r>
              <a:rPr lang="en-US" sz="1800" b="0" i="0" u="none" strike="noStrike" cap="none" baseline="0" dirty="0" err="1"/>
              <a:t>carboxylating</a:t>
            </a:r>
            <a:r>
              <a:rPr lang="en-US" sz="1800" b="0" i="0" u="none" strike="noStrike" cap="none" baseline="0" dirty="0"/>
              <a:t> rate </a:t>
            </a:r>
            <a:r>
              <a:rPr lang="en-US" sz="1200" b="0" i="1" u="none" strike="noStrike" cap="none" baseline="0" dirty="0">
                <a:solidFill>
                  <a:srgbClr val="000000"/>
                </a:solidFill>
                <a:latin typeface="Times New Roman"/>
                <a:ea typeface="Times New Roman"/>
                <a:cs typeface="Times New Roman"/>
                <a:sym typeface="Times New Roman"/>
              </a:rPr>
              <a:t>JC</a:t>
            </a:r>
            <a:r>
              <a:rPr lang="en-US" sz="1800" b="0" i="0" u="none" strike="noStrike" cap="none" baseline="0" dirty="0"/>
              <a:t> controlled by the enzyme Rubisco (units </a:t>
            </a:r>
            <a:r>
              <a:rPr lang="en-US" sz="1200" b="0" i="1" u="none" strike="noStrike" cap="none" baseline="0" dirty="0" err="1">
                <a:solidFill>
                  <a:srgbClr val="000000"/>
                </a:solidFill>
                <a:latin typeface="Times New Roman"/>
                <a:ea typeface="Times New Roman"/>
                <a:cs typeface="Times New Roman"/>
                <a:sym typeface="Times New Roman"/>
              </a:rPr>
              <a:t>mol</a:t>
            </a:r>
            <a:r>
              <a:rPr lang="en-US" sz="1200" b="0" i="0" u="none" strike="noStrike" cap="none" baseline="0" dirty="0">
                <a:solidFill>
                  <a:srgbClr val="000000"/>
                </a:solidFill>
                <a:latin typeface="Times New Roman"/>
                <a:ea typeface="Times New Roman"/>
                <a:cs typeface="Times New Roman"/>
                <a:sym typeface="Times New Roman"/>
              </a:rPr>
              <a:t>(</a:t>
            </a:r>
            <a:r>
              <a:rPr lang="en-US" sz="1200" b="0" i="1" u="none" strike="noStrike" cap="none" baseline="0" dirty="0">
                <a:solidFill>
                  <a:srgbClr val="000000"/>
                </a:solidFill>
                <a:latin typeface="Times New Roman"/>
                <a:ea typeface="Times New Roman"/>
                <a:cs typeface="Times New Roman"/>
                <a:sym typeface="Times New Roman"/>
              </a:rPr>
              <a:t>CO</a:t>
            </a:r>
            <a:r>
              <a:rPr lang="en-US" sz="1200" b="0" i="0" u="none" strike="noStrike" cap="none" baseline="0" dirty="0">
                <a:solidFill>
                  <a:srgbClr val="000000"/>
                </a:solidFill>
                <a:latin typeface="Times New Roman"/>
                <a:ea typeface="Times New Roman"/>
                <a:cs typeface="Times New Roman"/>
                <a:sym typeface="Times New Roman"/>
              </a:rPr>
              <a:t>2)</a:t>
            </a:r>
            <a:r>
              <a:rPr lang="en-US" sz="1200" b="0" i="1" u="none" strike="noStrike" cap="none" baseline="0" dirty="0">
                <a:solidFill>
                  <a:srgbClr val="000000"/>
                </a:solidFill>
                <a:latin typeface="Times New Roman"/>
                <a:ea typeface="Times New Roman"/>
                <a:cs typeface="Times New Roman"/>
                <a:sym typeface="Times New Roman"/>
              </a:rPr>
              <a:t>m</a:t>
            </a:r>
            <a:r>
              <a:rPr lang="en-US" sz="1200" b="0" i="0" u="none" strike="noStrike" cap="none" baseline="0" dirty="0">
                <a:solidFill>
                  <a:srgbClr val="000000"/>
                </a:solidFill>
                <a:latin typeface="Times New Roman"/>
                <a:ea typeface="Times New Roman"/>
                <a:cs typeface="Times New Roman"/>
                <a:sym typeface="Times New Roman"/>
              </a:rPr>
              <a:t>−2</a:t>
            </a:r>
            <a:r>
              <a:rPr lang="en-US" sz="1200" b="0" i="1" u="none" strike="noStrike" cap="none" baseline="0" dirty="0">
                <a:solidFill>
                  <a:srgbClr val="000000"/>
                </a:solidFill>
                <a:latin typeface="Times New Roman"/>
                <a:ea typeface="Times New Roman"/>
                <a:cs typeface="Times New Roman"/>
                <a:sym typeface="Times New Roman"/>
              </a:rPr>
              <a:t>s</a:t>
            </a:r>
            <a:r>
              <a:rPr lang="en-US" sz="1200" b="0" i="0" u="none" strike="noStrike" cap="none" baseline="0" dirty="0">
                <a:solidFill>
                  <a:srgbClr val="000000"/>
                </a:solidFill>
                <a:latin typeface="Times New Roman"/>
                <a:ea typeface="Times New Roman"/>
                <a:cs typeface="Times New Roman"/>
                <a:sym typeface="Times New Roman"/>
              </a:rPr>
              <a:t>−1</a:t>
            </a:r>
            <a:r>
              <a:rPr lang="en-US" sz="1800" b="0" i="0" u="none" strike="noStrike" cap="none" baseline="0" dirty="0"/>
              <a:t>) and the leaf ‘dark’ respiration rate </a:t>
            </a:r>
            <a:r>
              <a:rPr lang="en-US" sz="1200" b="0" i="1" u="none" strike="noStrike" cap="none" baseline="0" dirty="0">
                <a:solidFill>
                  <a:srgbClr val="000000"/>
                </a:solidFill>
                <a:latin typeface="Times New Roman"/>
                <a:ea typeface="Times New Roman"/>
                <a:cs typeface="Times New Roman"/>
                <a:sym typeface="Times New Roman"/>
              </a:rPr>
              <a:t>Rd</a:t>
            </a:r>
            <a:r>
              <a:rPr lang="en-US" sz="1800" b="0" i="0" u="none" strike="noStrike" cap="none" baseline="0" dirty="0"/>
              <a:t>:</a:t>
            </a:r>
          </a:p>
          <a:p>
            <a:pPr>
              <a:buNone/>
            </a:pPr>
            <a:r>
              <a:rPr lang="en-US" sz="1800" b="0" i="0" u="none" strike="noStrike" cap="none" baseline="0" dirty="0"/>
              <a:t>Here, </a:t>
            </a:r>
            <a:r>
              <a:rPr lang="en-US" sz="1200" b="0" i="0" u="none" strike="noStrike" cap="none" baseline="0" dirty="0" err="1">
                <a:solidFill>
                  <a:srgbClr val="000000"/>
                </a:solidFill>
                <a:latin typeface="Times New Roman"/>
                <a:ea typeface="Times New Roman"/>
                <a:cs typeface="Times New Roman"/>
                <a:sym typeface="Times New Roman"/>
              </a:rPr>
              <a:t>Γ</a:t>
            </a:r>
            <a:r>
              <a:rPr lang="en-US" sz="1200" b="0" i="0" u="none" strike="noStrike" cap="none" baseline="0" dirty="0">
                <a:solidFill>
                  <a:srgbClr val="000000"/>
                </a:solidFill>
                <a:latin typeface="Times New Roman"/>
                <a:ea typeface="Times New Roman"/>
                <a:cs typeface="Times New Roman"/>
                <a:sym typeface="Times New Roman"/>
              </a:rPr>
              <a:t>∗</a:t>
            </a:r>
            <a:r>
              <a:rPr lang="en-US" sz="1800" b="0" i="0" u="none" strike="noStrike" cap="none" baseline="0" dirty="0"/>
              <a:t> (</a:t>
            </a:r>
            <a:r>
              <a:rPr lang="en-US" sz="1200" b="0" i="1" u="none" strike="noStrike" cap="none" baseline="0" dirty="0" err="1">
                <a:solidFill>
                  <a:srgbClr val="000000"/>
                </a:solidFill>
                <a:latin typeface="Times New Roman"/>
                <a:ea typeface="Times New Roman"/>
                <a:cs typeface="Times New Roman"/>
                <a:sym typeface="Times New Roman"/>
              </a:rPr>
              <a:t>mol</a:t>
            </a:r>
            <a:r>
              <a:rPr lang="en-US" sz="1200" b="0" i="0" u="none" strike="noStrike" cap="none" baseline="0" dirty="0">
                <a:solidFill>
                  <a:srgbClr val="000000"/>
                </a:solidFill>
                <a:latin typeface="Times New Roman"/>
                <a:ea typeface="Times New Roman"/>
                <a:cs typeface="Times New Roman"/>
                <a:sym typeface="Times New Roman"/>
              </a:rPr>
              <a:t>(</a:t>
            </a:r>
            <a:r>
              <a:rPr lang="en-US" sz="1200" b="0" i="1" u="none" strike="noStrike" cap="none" baseline="0" dirty="0">
                <a:solidFill>
                  <a:srgbClr val="000000"/>
                </a:solidFill>
                <a:latin typeface="Times New Roman"/>
                <a:ea typeface="Times New Roman"/>
                <a:cs typeface="Times New Roman"/>
                <a:sym typeface="Times New Roman"/>
              </a:rPr>
              <a:t>CO</a:t>
            </a:r>
            <a:r>
              <a:rPr lang="en-US" sz="1200" b="0" i="0" u="none" strike="noStrike" cap="none" baseline="0" dirty="0">
                <a:solidFill>
                  <a:srgbClr val="000000"/>
                </a:solidFill>
                <a:latin typeface="Times New Roman"/>
                <a:ea typeface="Times New Roman"/>
                <a:cs typeface="Times New Roman"/>
                <a:sym typeface="Times New Roman"/>
              </a:rPr>
              <a:t>2)</a:t>
            </a:r>
            <a:r>
              <a:rPr lang="en-US" sz="1200" b="0" i="1" u="none" strike="noStrike" cap="none" baseline="0" dirty="0" err="1">
                <a:solidFill>
                  <a:srgbClr val="000000"/>
                </a:solidFill>
                <a:latin typeface="Times New Roman"/>
                <a:ea typeface="Times New Roman"/>
                <a:cs typeface="Times New Roman"/>
                <a:sym typeface="Times New Roman"/>
              </a:rPr>
              <a:t>mol</a:t>
            </a:r>
            <a:r>
              <a:rPr lang="en-US" sz="1200" b="0" i="0" u="none" strike="noStrike" cap="none" baseline="0" dirty="0">
                <a:solidFill>
                  <a:srgbClr val="000000"/>
                </a:solidFill>
                <a:latin typeface="Times New Roman"/>
                <a:ea typeface="Times New Roman"/>
                <a:cs typeface="Times New Roman"/>
                <a:sym typeface="Times New Roman"/>
              </a:rPr>
              <a:t>(</a:t>
            </a:r>
            <a:r>
              <a:rPr lang="en-US" sz="1200" b="0" i="1" u="none" strike="noStrike" cap="none" baseline="0" dirty="0">
                <a:solidFill>
                  <a:srgbClr val="000000"/>
                </a:solidFill>
                <a:latin typeface="Times New Roman"/>
                <a:ea typeface="Times New Roman"/>
                <a:cs typeface="Times New Roman"/>
                <a:sym typeface="Times New Roman"/>
              </a:rPr>
              <a:t>air</a:t>
            </a:r>
            <a:r>
              <a:rPr lang="en-US" sz="1200" b="0" i="0" u="none" strike="noStrike" cap="none" baseline="0" dirty="0">
                <a:solidFill>
                  <a:srgbClr val="000000"/>
                </a:solidFill>
                <a:latin typeface="Times New Roman"/>
                <a:ea typeface="Times New Roman"/>
                <a:cs typeface="Times New Roman"/>
                <a:sym typeface="Times New Roman"/>
              </a:rPr>
              <a:t>)−1</a:t>
            </a:r>
            <a:r>
              <a:rPr lang="en-US" sz="1800" b="0" i="0" u="none" strike="noStrike" cap="none" baseline="0" dirty="0"/>
              <a:t>) is the CO2 compensation point without leaf respiration, </a:t>
            </a:r>
            <a:r>
              <a:rPr lang="en-US" sz="1200" b="0" i="1" u="none" strike="noStrike" cap="none" baseline="0" dirty="0">
                <a:solidFill>
                  <a:srgbClr val="000000"/>
                </a:solidFill>
                <a:latin typeface="Times New Roman"/>
                <a:ea typeface="Times New Roman"/>
                <a:cs typeface="Times New Roman"/>
                <a:sym typeface="Times New Roman"/>
              </a:rPr>
              <a:t>KC</a:t>
            </a:r>
            <a:r>
              <a:rPr lang="en-US" sz="1800" b="0" i="0" u="none" strike="noStrike" cap="none" baseline="0" dirty="0"/>
              <a:t> is the </a:t>
            </a:r>
            <a:r>
              <a:rPr lang="en-US" sz="1800" b="0" i="0" u="none" strike="noStrike" cap="none" baseline="0" dirty="0" err="1"/>
              <a:t>Michaelis-Menton</a:t>
            </a:r>
            <a:r>
              <a:rPr lang="en-US" sz="1800" b="0" i="0" u="none" strike="noStrike" cap="none" baseline="0" dirty="0"/>
              <a:t> constant for CO2 (</a:t>
            </a:r>
            <a:r>
              <a:rPr lang="en-US" sz="1200" b="0" i="1" u="none" strike="noStrike" cap="none" baseline="0" dirty="0" err="1">
                <a:solidFill>
                  <a:srgbClr val="000000"/>
                </a:solidFill>
                <a:latin typeface="Times New Roman"/>
                <a:ea typeface="Times New Roman"/>
                <a:cs typeface="Times New Roman"/>
                <a:sym typeface="Times New Roman"/>
              </a:rPr>
              <a:t>mol</a:t>
            </a:r>
            <a:r>
              <a:rPr lang="en-US" sz="1200" b="0" i="0" u="none" strike="noStrike" cap="none" baseline="0" dirty="0">
                <a:solidFill>
                  <a:srgbClr val="000000"/>
                </a:solidFill>
                <a:latin typeface="Times New Roman"/>
                <a:ea typeface="Times New Roman"/>
                <a:cs typeface="Times New Roman"/>
                <a:sym typeface="Times New Roman"/>
              </a:rPr>
              <a:t>(</a:t>
            </a:r>
            <a:r>
              <a:rPr lang="en-US" sz="1200" b="0" i="1" u="none" strike="noStrike" cap="none" baseline="0" dirty="0">
                <a:solidFill>
                  <a:srgbClr val="000000"/>
                </a:solidFill>
                <a:latin typeface="Times New Roman"/>
                <a:ea typeface="Times New Roman"/>
                <a:cs typeface="Times New Roman"/>
                <a:sym typeface="Times New Roman"/>
              </a:rPr>
              <a:t>CO</a:t>
            </a:r>
            <a:r>
              <a:rPr lang="en-US" sz="1200" b="0" i="0" u="none" strike="noStrike" cap="none" baseline="0" dirty="0">
                <a:solidFill>
                  <a:srgbClr val="000000"/>
                </a:solidFill>
                <a:latin typeface="Times New Roman"/>
                <a:ea typeface="Times New Roman"/>
                <a:cs typeface="Times New Roman"/>
                <a:sym typeface="Times New Roman"/>
              </a:rPr>
              <a:t>2)</a:t>
            </a:r>
            <a:r>
              <a:rPr lang="en-US" sz="1200" b="0" i="1" u="none" strike="noStrike" cap="none" baseline="0" dirty="0" err="1">
                <a:solidFill>
                  <a:srgbClr val="000000"/>
                </a:solidFill>
                <a:latin typeface="Times New Roman"/>
                <a:ea typeface="Times New Roman"/>
                <a:cs typeface="Times New Roman"/>
                <a:sym typeface="Times New Roman"/>
              </a:rPr>
              <a:t>mol</a:t>
            </a:r>
            <a:r>
              <a:rPr lang="en-US" sz="1200" b="0" i="0" u="none" strike="noStrike" cap="none" baseline="0" dirty="0">
                <a:solidFill>
                  <a:srgbClr val="000000"/>
                </a:solidFill>
                <a:latin typeface="Times New Roman"/>
                <a:ea typeface="Times New Roman"/>
                <a:cs typeface="Times New Roman"/>
                <a:sym typeface="Times New Roman"/>
              </a:rPr>
              <a:t>(</a:t>
            </a:r>
            <a:r>
              <a:rPr lang="en-US" sz="1200" b="0" i="1" u="none" strike="noStrike" cap="none" baseline="0" dirty="0">
                <a:solidFill>
                  <a:srgbClr val="000000"/>
                </a:solidFill>
                <a:latin typeface="Times New Roman"/>
                <a:ea typeface="Times New Roman"/>
                <a:cs typeface="Times New Roman"/>
                <a:sym typeface="Times New Roman"/>
              </a:rPr>
              <a:t>air</a:t>
            </a:r>
            <a:r>
              <a:rPr lang="en-US" sz="1200" b="0" i="0" u="none" strike="noStrike" cap="none" baseline="0" dirty="0">
                <a:solidFill>
                  <a:srgbClr val="000000"/>
                </a:solidFill>
                <a:latin typeface="Times New Roman"/>
                <a:ea typeface="Times New Roman"/>
                <a:cs typeface="Times New Roman"/>
                <a:sym typeface="Times New Roman"/>
              </a:rPr>
              <a:t>)−1</a:t>
            </a:r>
            <a:r>
              <a:rPr lang="en-US" sz="1800" b="0" i="0" u="none" strike="noStrike" cap="none" baseline="0" dirty="0"/>
              <a:t>), </a:t>
            </a:r>
            <a:r>
              <a:rPr lang="en-US" sz="1200" b="0" i="1" u="none" strike="noStrike" cap="none" baseline="0" dirty="0">
                <a:solidFill>
                  <a:srgbClr val="000000"/>
                </a:solidFill>
                <a:latin typeface="Times New Roman"/>
                <a:ea typeface="Times New Roman"/>
                <a:cs typeface="Times New Roman"/>
                <a:sym typeface="Times New Roman"/>
              </a:rPr>
              <a:t>Ox</a:t>
            </a:r>
            <a:r>
              <a:rPr lang="en-US" sz="1800" b="0" i="0" u="none" strike="noStrike" cap="none" baseline="0" dirty="0"/>
              <a:t> is the oxygen concentration (0.21 </a:t>
            </a:r>
            <a:r>
              <a:rPr lang="en-US" sz="1200" b="0" i="1" u="none" strike="noStrike" cap="none" baseline="0" dirty="0" err="1">
                <a:solidFill>
                  <a:srgbClr val="000000"/>
                </a:solidFill>
                <a:latin typeface="Times New Roman"/>
                <a:ea typeface="Times New Roman"/>
                <a:cs typeface="Times New Roman"/>
                <a:sym typeface="Times New Roman"/>
              </a:rPr>
              <a:t>mol</a:t>
            </a:r>
            <a:r>
              <a:rPr lang="en-US" sz="1200" b="0" i="0" u="none" strike="noStrike" cap="none" baseline="0" dirty="0">
                <a:solidFill>
                  <a:srgbClr val="000000"/>
                </a:solidFill>
                <a:latin typeface="Times New Roman"/>
                <a:ea typeface="Times New Roman"/>
                <a:cs typeface="Times New Roman"/>
                <a:sym typeface="Times New Roman"/>
              </a:rPr>
              <a:t>(</a:t>
            </a:r>
            <a:r>
              <a:rPr lang="en-US" sz="1200" b="0" i="1" u="none" strike="noStrike" cap="none" baseline="0" dirty="0">
                <a:solidFill>
                  <a:srgbClr val="000000"/>
                </a:solidFill>
                <a:latin typeface="Times New Roman"/>
                <a:ea typeface="Times New Roman"/>
                <a:cs typeface="Times New Roman"/>
                <a:sym typeface="Times New Roman"/>
              </a:rPr>
              <a:t>O</a:t>
            </a:r>
            <a:r>
              <a:rPr lang="en-US" sz="1200" b="0" i="0" u="none" strike="noStrike" cap="none" baseline="0" dirty="0">
                <a:solidFill>
                  <a:srgbClr val="000000"/>
                </a:solidFill>
                <a:latin typeface="Times New Roman"/>
                <a:ea typeface="Times New Roman"/>
                <a:cs typeface="Times New Roman"/>
                <a:sym typeface="Times New Roman"/>
              </a:rPr>
              <a:t>2)</a:t>
            </a:r>
            <a:r>
              <a:rPr lang="en-US" sz="1200" b="0" i="1" u="none" strike="noStrike" cap="none" baseline="0" dirty="0" err="1">
                <a:solidFill>
                  <a:srgbClr val="000000"/>
                </a:solidFill>
                <a:latin typeface="Times New Roman"/>
                <a:ea typeface="Times New Roman"/>
                <a:cs typeface="Times New Roman"/>
                <a:sym typeface="Times New Roman"/>
              </a:rPr>
              <a:t>mol</a:t>
            </a:r>
            <a:r>
              <a:rPr lang="en-US" sz="1200" b="0" i="0" u="none" strike="noStrike" cap="none" baseline="0" dirty="0">
                <a:solidFill>
                  <a:srgbClr val="000000"/>
                </a:solidFill>
                <a:latin typeface="Times New Roman"/>
                <a:ea typeface="Times New Roman"/>
                <a:cs typeface="Times New Roman"/>
                <a:sym typeface="Times New Roman"/>
              </a:rPr>
              <a:t>(</a:t>
            </a:r>
            <a:r>
              <a:rPr lang="en-US" sz="1200" b="0" i="1" u="none" strike="noStrike" cap="none" baseline="0" dirty="0">
                <a:solidFill>
                  <a:srgbClr val="000000"/>
                </a:solidFill>
                <a:latin typeface="Times New Roman"/>
                <a:ea typeface="Times New Roman"/>
                <a:cs typeface="Times New Roman"/>
                <a:sym typeface="Times New Roman"/>
              </a:rPr>
              <a:t>air</a:t>
            </a:r>
            <a:r>
              <a:rPr lang="en-US" sz="1200" b="0" i="0" u="none" strike="noStrike" cap="none" baseline="0" dirty="0">
                <a:solidFill>
                  <a:srgbClr val="000000"/>
                </a:solidFill>
                <a:latin typeface="Times New Roman"/>
                <a:ea typeface="Times New Roman"/>
                <a:cs typeface="Times New Roman"/>
                <a:sym typeface="Times New Roman"/>
              </a:rPr>
              <a:t>)−1</a:t>
            </a:r>
            <a:r>
              <a:rPr lang="en-US" sz="1800" b="0" i="0" u="none" strike="noStrike" cap="none" baseline="0" dirty="0"/>
              <a:t>), </a:t>
            </a:r>
            <a:r>
              <a:rPr lang="en-US" sz="1200" b="0" i="1" u="none" strike="noStrike" cap="none" baseline="0" dirty="0">
                <a:solidFill>
                  <a:srgbClr val="000000"/>
                </a:solidFill>
                <a:latin typeface="Times New Roman"/>
                <a:ea typeface="Times New Roman"/>
                <a:cs typeface="Times New Roman"/>
                <a:sym typeface="Times New Roman"/>
              </a:rPr>
              <a:t>KO</a:t>
            </a:r>
            <a:r>
              <a:rPr lang="en-US" sz="1800" b="0" i="0" u="none" strike="noStrike" cap="none" baseline="0" dirty="0"/>
              <a:t> is the </a:t>
            </a:r>
            <a:r>
              <a:rPr lang="en-US" sz="1800" b="0" i="0" u="none" strike="noStrike" cap="none" baseline="0" dirty="0" err="1"/>
              <a:t>Michaelis-Menton</a:t>
            </a:r>
            <a:r>
              <a:rPr lang="en-US" sz="1800" b="0" i="0" u="none" strike="noStrike" cap="none" baseline="0" dirty="0"/>
              <a:t> constant for O2 (</a:t>
            </a:r>
            <a:r>
              <a:rPr lang="en-US" sz="1200" b="0" i="1" u="none" strike="noStrike" cap="none" baseline="0" dirty="0" err="1">
                <a:solidFill>
                  <a:srgbClr val="000000"/>
                </a:solidFill>
                <a:latin typeface="Times New Roman"/>
                <a:ea typeface="Times New Roman"/>
                <a:cs typeface="Times New Roman"/>
                <a:sym typeface="Times New Roman"/>
              </a:rPr>
              <a:t>mol</a:t>
            </a:r>
            <a:r>
              <a:rPr lang="en-US" sz="1200" b="0" i="0" u="none" strike="noStrike" cap="none" baseline="0" dirty="0">
                <a:solidFill>
                  <a:srgbClr val="000000"/>
                </a:solidFill>
                <a:latin typeface="Times New Roman"/>
                <a:ea typeface="Times New Roman"/>
                <a:cs typeface="Times New Roman"/>
                <a:sym typeface="Times New Roman"/>
              </a:rPr>
              <a:t>(</a:t>
            </a:r>
            <a:r>
              <a:rPr lang="en-US" sz="1200" b="0" i="1" u="none" strike="noStrike" cap="none" baseline="0" dirty="0">
                <a:solidFill>
                  <a:srgbClr val="000000"/>
                </a:solidFill>
                <a:latin typeface="Times New Roman"/>
                <a:ea typeface="Times New Roman"/>
                <a:cs typeface="Times New Roman"/>
                <a:sym typeface="Times New Roman"/>
              </a:rPr>
              <a:t>O</a:t>
            </a:r>
            <a:r>
              <a:rPr lang="en-US" sz="1200" b="0" i="0" u="none" strike="noStrike" cap="none" baseline="0" dirty="0">
                <a:solidFill>
                  <a:srgbClr val="000000"/>
                </a:solidFill>
                <a:latin typeface="Times New Roman"/>
                <a:ea typeface="Times New Roman"/>
                <a:cs typeface="Times New Roman"/>
                <a:sym typeface="Times New Roman"/>
              </a:rPr>
              <a:t>2)</a:t>
            </a:r>
            <a:r>
              <a:rPr lang="en-US" sz="1200" b="0" i="1" u="none" strike="noStrike" cap="none" baseline="0" dirty="0" err="1">
                <a:solidFill>
                  <a:srgbClr val="000000"/>
                </a:solidFill>
                <a:latin typeface="Times New Roman"/>
                <a:ea typeface="Times New Roman"/>
                <a:cs typeface="Times New Roman"/>
                <a:sym typeface="Times New Roman"/>
              </a:rPr>
              <a:t>mol</a:t>
            </a:r>
            <a:r>
              <a:rPr lang="en-US" sz="1200" b="0" i="0" u="none" strike="noStrike" cap="none" baseline="0" dirty="0">
                <a:solidFill>
                  <a:srgbClr val="000000"/>
                </a:solidFill>
                <a:latin typeface="Times New Roman"/>
                <a:ea typeface="Times New Roman"/>
                <a:cs typeface="Times New Roman"/>
                <a:sym typeface="Times New Roman"/>
              </a:rPr>
              <a:t>(</a:t>
            </a:r>
            <a:r>
              <a:rPr lang="en-US" sz="1200" b="0" i="1" u="none" strike="noStrike" cap="none" baseline="0" dirty="0">
                <a:solidFill>
                  <a:srgbClr val="000000"/>
                </a:solidFill>
                <a:latin typeface="Times New Roman"/>
                <a:ea typeface="Times New Roman"/>
                <a:cs typeface="Times New Roman"/>
                <a:sym typeface="Times New Roman"/>
              </a:rPr>
              <a:t>air</a:t>
            </a:r>
            <a:r>
              <a:rPr lang="en-US" sz="1200" b="0" i="0" u="none" strike="noStrike" cap="none" baseline="0" dirty="0">
                <a:solidFill>
                  <a:srgbClr val="000000"/>
                </a:solidFill>
                <a:latin typeface="Times New Roman"/>
                <a:ea typeface="Times New Roman"/>
                <a:cs typeface="Times New Roman"/>
                <a:sym typeface="Times New Roman"/>
              </a:rPr>
              <a:t>)−1</a:t>
            </a:r>
            <a:r>
              <a:rPr lang="en-US" sz="1800" b="0" i="0" u="none" strike="noStrike" cap="none" baseline="0" dirty="0"/>
              <a:t>), and </a:t>
            </a:r>
            <a:r>
              <a:rPr lang="en-US" sz="1200" b="0" i="1" u="none" strike="noStrike" cap="none" baseline="0" dirty="0">
                <a:solidFill>
                  <a:srgbClr val="000000"/>
                </a:solidFill>
                <a:latin typeface="Times New Roman"/>
                <a:ea typeface="Times New Roman"/>
                <a:cs typeface="Times New Roman"/>
                <a:sym typeface="Times New Roman"/>
              </a:rPr>
              <a:t>J</a:t>
            </a:r>
            <a:r>
              <a:rPr lang="en-US" sz="1800" b="0" i="0" u="none" strike="noStrike" cap="none" baseline="0" dirty="0"/>
              <a:t> is the electron transport rate:</a:t>
            </a:r>
          </a:p>
          <a:p>
            <a:pPr>
              <a:buNone/>
            </a:pPr>
            <a:endParaRPr lang="en-US" sz="1800" b="0" i="0" u="none" strike="noStrike" cap="none" baseline="0" dirty="0"/>
          </a:p>
          <a:p>
            <a:pPr>
              <a:buNone/>
            </a:pPr>
            <a:r>
              <a:rPr lang="en-US" sz="1800" b="0" i="0" u="none" strike="noStrike" cap="none" baseline="0" dirty="0" err="1"/>
              <a:t>Jc</a:t>
            </a:r>
            <a:r>
              <a:rPr lang="en-US" sz="1800" b="0" i="0" u="none" strike="noStrike" cap="none" baseline="0" dirty="0"/>
              <a:t>, </a:t>
            </a:r>
            <a:r>
              <a:rPr lang="en-US" sz="1800" b="0" i="0" u="none" strike="noStrike" cap="none" baseline="0" dirty="0" err="1"/>
              <a:t>Je</a:t>
            </a:r>
            <a:r>
              <a:rPr lang="en-US" sz="1800" b="0" i="0" u="none" strike="noStrike" cap="none" baseline="0" dirty="0"/>
              <a:t> go up w Ci, </a:t>
            </a:r>
            <a:r>
              <a:rPr lang="en-US" sz="1800" b="0" i="0" u="none" strike="noStrike" cap="none" baseline="0" dirty="0" err="1"/>
              <a:t>Vcmax</a:t>
            </a:r>
            <a:r>
              <a:rPr lang="en-US" sz="1800" b="0" i="0" u="none" strike="noStrike" cap="none" baseline="0" dirty="0"/>
              <a:t>, down with Ox and </a:t>
            </a:r>
            <a:r>
              <a:rPr lang="en-US" sz="1800" b="0" i="0" u="none" strike="noStrike" cap="none" baseline="0" dirty="0" err="1">
                <a:solidFill>
                  <a:srgbClr val="000000"/>
                </a:solidFill>
                <a:latin typeface="Times New Roman"/>
                <a:ea typeface="Times New Roman"/>
                <a:cs typeface="Times New Roman"/>
                <a:sym typeface="Times New Roman"/>
              </a:rPr>
              <a:t>Γ</a:t>
            </a:r>
            <a:r>
              <a:rPr lang="en-US" sz="1800" b="0" i="0" u="none" strike="noStrike" cap="none" baseline="0" dirty="0"/>
              <a:t>*</a:t>
            </a:r>
          </a:p>
        </p:txBody>
      </p:sp>
      <p:sp>
        <p:nvSpPr>
          <p:cNvPr id="565" name="Shape 565"/>
          <p:cNvSpPr txBox="1">
            <a:spLocks noGrp="1"/>
          </p:cNvSpPr>
          <p:nvPr>
            <p:ph type="sldNum" idx="12"/>
          </p:nvPr>
        </p:nvSpPr>
        <p:spPr>
          <a:xfrm>
            <a:off x="4278312" y="10156825"/>
            <a:ext cx="3279775" cy="533399"/>
          </a:xfrm>
          <a:prstGeom prst="rect">
            <a:avLst/>
          </a:prstGeom>
          <a:noFill/>
          <a:ln>
            <a:noFill/>
          </a:ln>
        </p:spPr>
        <p:txBody>
          <a:bodyPr lIns="0" tIns="0" rIns="0" bIns="0" anchor="b" anchorCtr="0">
            <a:noAutofit/>
          </a:bodyPr>
          <a:lstStyle/>
          <a:p>
            <a:pPr marL="0" marR="0" lvl="0" indent="0" algn="r" rtl="0">
              <a:spcBef>
                <a:spcPts val="0"/>
              </a:spcBef>
              <a:buSzPct val="25000"/>
              <a:buNone/>
            </a:pPr>
            <a:r>
              <a:rPr lang="en-US"/>
              <a:t> </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0"/>
        <p:cNvGrpSpPr/>
        <p:nvPr/>
      </p:nvGrpSpPr>
      <p:grpSpPr>
        <a:xfrm>
          <a:off x="0" y="0"/>
          <a:ext cx="0" cy="0"/>
          <a:chOff x="0" y="0"/>
          <a:chExt cx="0" cy="0"/>
        </a:xfrm>
      </p:grpSpPr>
      <p:sp>
        <p:nvSpPr>
          <p:cNvPr id="571" name="Shape 571"/>
          <p:cNvSpPr>
            <a:spLocks noGrp="1" noRot="1" noChangeAspect="1"/>
          </p:cNvSpPr>
          <p:nvPr>
            <p:ph type="sldImg" idx="2"/>
          </p:nvPr>
        </p:nvSpPr>
        <p:spPr>
          <a:xfrm>
            <a:off x="1106488" y="812800"/>
            <a:ext cx="5343525" cy="4006850"/>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572" name="Shape 572"/>
          <p:cNvSpPr txBox="1">
            <a:spLocks noGrp="1"/>
          </p:cNvSpPr>
          <p:nvPr>
            <p:ph type="body" idx="1"/>
          </p:nvPr>
        </p:nvSpPr>
        <p:spPr>
          <a:xfrm>
            <a:off x="755650" y="5078412"/>
            <a:ext cx="6046787" cy="4810124"/>
          </a:xfrm>
          <a:prstGeom prst="rect">
            <a:avLst/>
          </a:prstGeom>
          <a:noFill/>
          <a:ln>
            <a:noFill/>
          </a:ln>
        </p:spPr>
        <p:txBody>
          <a:bodyPr lIns="0" tIns="0" rIns="0" bIns="0" anchor="t" anchorCtr="0">
            <a:noAutofit/>
          </a:bodyPr>
          <a:lstStyle/>
          <a:p>
            <a:pPr marL="0" marR="0" lvl="0" indent="0" algn="l" rtl="0">
              <a:lnSpc>
                <a:spcPct val="100000"/>
              </a:lnSpc>
              <a:spcBef>
                <a:spcPts val="0"/>
              </a:spcBef>
              <a:spcAft>
                <a:spcPts val="0"/>
              </a:spcAft>
              <a:buClr>
                <a:srgbClr val="000000"/>
              </a:buClr>
              <a:buSzPct val="25000"/>
              <a:buFont typeface="Arial"/>
              <a:buNone/>
            </a:pPr>
            <a:r>
              <a:rPr lang="en-US" sz="1800" b="0" i="1" u="none" strike="noStrike" cap="none" baseline="0"/>
              <a:t>“Relationship of net photosynthetic rate to photosynthetically active radiation and the processes that limit photosynthesis at different irradiances. The linear increase in photosynthesis in response to increased light (in the range of light limitation) indicates relatively constant light use efficiency. The light compensation point is the minimum irradiance at which the leaf shows a net gain of carbon.”</a:t>
            </a:r>
            <a:r>
              <a:rPr lang="en-US" sz="1800" b="0" i="0" u="none" strike="noStrike" cap="none" baseline="0"/>
              <a:t> </a:t>
            </a:r>
            <a:r>
              <a:rPr lang="en-US" sz="1800" b="1" i="0" u="none" strike="noStrike" cap="none" baseline="0"/>
              <a:t>Source</a:t>
            </a:r>
            <a:r>
              <a:rPr lang="en-US" sz="1800" b="0" i="0" u="none" strike="noStrike" cap="none" baseline="0"/>
              <a:t>: </a:t>
            </a:r>
            <a:r>
              <a:rPr lang="en-US" sz="1800" b="0" i="0" u="sng" strike="noStrike" cap="none" baseline="0">
                <a:solidFill>
                  <a:schemeClr val="hlink"/>
                </a:solidFill>
                <a:hlinkClick r:id="rId3"/>
              </a:rPr>
              <a:t>Chapin, 2011, PTEEChap5.ppt, fig. 5.5</a:t>
            </a:r>
          </a:p>
          <a:p>
            <a:endParaRPr lang="en-US" sz="1800" b="0" i="0" u="sng" strike="noStrike" cap="none" baseline="0">
              <a:solidFill>
                <a:schemeClr val="hlink"/>
              </a:solidFill>
              <a:hlinkClick r:id="rId3"/>
            </a:endParaRPr>
          </a:p>
        </p:txBody>
      </p:sp>
      <p:sp>
        <p:nvSpPr>
          <p:cNvPr id="573" name="Shape 573"/>
          <p:cNvSpPr txBox="1">
            <a:spLocks noGrp="1"/>
          </p:cNvSpPr>
          <p:nvPr>
            <p:ph type="sldNum" idx="12"/>
          </p:nvPr>
        </p:nvSpPr>
        <p:spPr>
          <a:xfrm>
            <a:off x="4278312" y="10156825"/>
            <a:ext cx="3279775" cy="533399"/>
          </a:xfrm>
          <a:prstGeom prst="rect">
            <a:avLst/>
          </a:prstGeom>
          <a:noFill/>
          <a:ln>
            <a:noFill/>
          </a:ln>
        </p:spPr>
        <p:txBody>
          <a:bodyPr lIns="0" tIns="0" rIns="0" bIns="0" anchor="b" anchorCtr="0">
            <a:noAutofit/>
          </a:bodyPr>
          <a:lstStyle/>
          <a:p>
            <a:pPr marL="0" marR="0" lvl="0" indent="0" algn="r" rtl="0">
              <a:spcBef>
                <a:spcPts val="0"/>
              </a:spcBef>
              <a:buSzPct val="25000"/>
              <a:buNone/>
            </a:pPr>
            <a:r>
              <a:rPr lang="en-US"/>
              <a:t> </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7"/>
        <p:cNvGrpSpPr/>
        <p:nvPr/>
      </p:nvGrpSpPr>
      <p:grpSpPr>
        <a:xfrm>
          <a:off x="0" y="0"/>
          <a:ext cx="0" cy="0"/>
          <a:chOff x="0" y="0"/>
          <a:chExt cx="0" cy="0"/>
        </a:xfrm>
      </p:grpSpPr>
      <p:sp>
        <p:nvSpPr>
          <p:cNvPr id="578" name="Shape 578"/>
          <p:cNvSpPr>
            <a:spLocks noGrp="1" noRot="1" noChangeAspect="1"/>
          </p:cNvSpPr>
          <p:nvPr>
            <p:ph type="sldImg" idx="2"/>
          </p:nvPr>
        </p:nvSpPr>
        <p:spPr>
          <a:xfrm>
            <a:off x="1106488" y="812800"/>
            <a:ext cx="5343525" cy="4006850"/>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579" name="Shape 579"/>
          <p:cNvSpPr txBox="1">
            <a:spLocks noGrp="1"/>
          </p:cNvSpPr>
          <p:nvPr>
            <p:ph type="body" idx="1"/>
          </p:nvPr>
        </p:nvSpPr>
        <p:spPr>
          <a:xfrm>
            <a:off x="755650" y="5078412"/>
            <a:ext cx="6046787" cy="4810124"/>
          </a:xfrm>
          <a:prstGeom prst="rect">
            <a:avLst/>
          </a:prstGeom>
          <a:noFill/>
          <a:ln>
            <a:noFill/>
          </a:ln>
        </p:spPr>
        <p:txBody>
          <a:bodyPr lIns="0" tIns="0" rIns="0" bIns="0" anchor="t" anchorCtr="0">
            <a:noAutofit/>
          </a:bodyPr>
          <a:lstStyle/>
          <a:p>
            <a:pPr marL="0" marR="0" lvl="0" indent="0" algn="l" rtl="0">
              <a:lnSpc>
                <a:spcPct val="100000"/>
              </a:lnSpc>
              <a:spcBef>
                <a:spcPts val="0"/>
              </a:spcBef>
              <a:spcAft>
                <a:spcPts val="0"/>
              </a:spcAft>
              <a:buClr>
                <a:srgbClr val="000000"/>
              </a:buClr>
              <a:buSzPct val="25000"/>
              <a:buFont typeface="Arial"/>
              <a:buNone/>
            </a:pPr>
            <a:r>
              <a:rPr lang="en-US" sz="1800" b="0" i="1" u="none" strike="noStrike" cap="none" baseline="0"/>
              <a:t>“Figure of the photosynthetic response to increasing CO2. Glycine max (soybean) leaf was excised from experimental-garden grown plant and then light acclimated at 1500 Âµmol m-2 s-1 (saturating) in a lab. Experimental data (circles) was modeled using the equations of Farquhar, von Caemmerer and Berry (1980) for maximum velocity of carboxlation (VCmax, black line) and the maximum electron transport rate for RuBP regeneration (Jmax, cyan line). The intercellular CO2 (Ci) at which photosynthesis transitions from VC-limited to J-limited is 216 Âµmol CO2 mol-1 air. Stomatal limitation to photosynthesis (l ) is the effect of the stomata resistance restricting photosynthesis decreasing CO2 available for photosynthesis at growth CO2 concentration.”</a:t>
            </a:r>
            <a:r>
              <a:rPr lang="en-US" sz="1800" b="0" i="0" u="none" strike="noStrike" cap="none" baseline="0"/>
              <a:t> </a:t>
            </a:r>
            <a:r>
              <a:rPr lang="en-US" sz="1800" b="1" i="0" u="none" strike="noStrike" cap="none" baseline="0"/>
              <a:t>Source</a:t>
            </a:r>
            <a:r>
              <a:rPr lang="en-US" sz="1800" b="0" i="0" u="none" strike="noStrike" cap="none" baseline="0"/>
              <a:t>: </a:t>
            </a:r>
            <a:r>
              <a:rPr lang="en-US" sz="1800" b="0" i="0" u="sng" strike="noStrike" cap="none" baseline="0">
                <a:solidFill>
                  <a:schemeClr val="hlink"/>
                </a:solidFill>
                <a:hlinkClick r:id="rId3"/>
              </a:rPr>
              <a:t>johnmorris.com</a:t>
            </a:r>
          </a:p>
          <a:p>
            <a:endParaRPr lang="en-US" sz="1800" b="0" i="0" u="sng" strike="noStrike" cap="none" baseline="0">
              <a:solidFill>
                <a:schemeClr val="hlink"/>
              </a:solidFill>
              <a:hlinkClick r:id="rId3"/>
            </a:endParaRPr>
          </a:p>
        </p:txBody>
      </p:sp>
      <p:sp>
        <p:nvSpPr>
          <p:cNvPr id="580" name="Shape 580"/>
          <p:cNvSpPr txBox="1">
            <a:spLocks noGrp="1"/>
          </p:cNvSpPr>
          <p:nvPr>
            <p:ph type="sldNum" idx="12"/>
          </p:nvPr>
        </p:nvSpPr>
        <p:spPr>
          <a:xfrm>
            <a:off x="4278312" y="10156825"/>
            <a:ext cx="3279775" cy="533399"/>
          </a:xfrm>
          <a:prstGeom prst="rect">
            <a:avLst/>
          </a:prstGeom>
          <a:noFill/>
          <a:ln>
            <a:noFill/>
          </a:ln>
        </p:spPr>
        <p:txBody>
          <a:bodyPr lIns="0" tIns="0" rIns="0" bIns="0" anchor="b" anchorCtr="0">
            <a:noAutofit/>
          </a:bodyPr>
          <a:lstStyle/>
          <a:p>
            <a:pPr marL="0" marR="0" lvl="0" indent="0" algn="r" rtl="0">
              <a:spcBef>
                <a:spcPts val="0"/>
              </a:spcBef>
              <a:buSzPct val="25000"/>
              <a:buNone/>
            </a:pPr>
            <a:r>
              <a:rPr lang="en-US"/>
              <a:t> </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7"/>
        <p:cNvGrpSpPr/>
        <p:nvPr/>
      </p:nvGrpSpPr>
      <p:grpSpPr>
        <a:xfrm>
          <a:off x="0" y="0"/>
          <a:ext cx="0" cy="0"/>
          <a:chOff x="0" y="0"/>
          <a:chExt cx="0" cy="0"/>
        </a:xfrm>
      </p:grpSpPr>
      <p:sp>
        <p:nvSpPr>
          <p:cNvPr id="588" name="Shape 588"/>
          <p:cNvSpPr>
            <a:spLocks noGrp="1" noRot="1" noChangeAspect="1"/>
          </p:cNvSpPr>
          <p:nvPr>
            <p:ph type="sldImg" idx="2"/>
          </p:nvPr>
        </p:nvSpPr>
        <p:spPr>
          <a:xfrm>
            <a:off x="1106488" y="812800"/>
            <a:ext cx="5343525" cy="4006850"/>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589" name="Shape 589"/>
          <p:cNvSpPr txBox="1">
            <a:spLocks noGrp="1"/>
          </p:cNvSpPr>
          <p:nvPr>
            <p:ph type="body" idx="1"/>
          </p:nvPr>
        </p:nvSpPr>
        <p:spPr>
          <a:xfrm>
            <a:off x="755650" y="5078412"/>
            <a:ext cx="6046787" cy="4810124"/>
          </a:xfrm>
          <a:prstGeom prst="rect">
            <a:avLst/>
          </a:prstGeom>
          <a:noFill/>
          <a:ln>
            <a:noFill/>
          </a:ln>
        </p:spPr>
        <p:txBody>
          <a:bodyPr lIns="0" tIns="0" rIns="0" bIns="0" anchor="t" anchorCtr="0">
            <a:noAutofit/>
          </a:bodyPr>
          <a:lstStyle/>
          <a:p>
            <a:pPr>
              <a:buNone/>
            </a:pPr>
            <a:r>
              <a:rPr lang="en-US" sz="1200" b="0" i="1" u="none" strike="noStrike" cap="none" baseline="0">
                <a:solidFill>
                  <a:srgbClr val="000000"/>
                </a:solidFill>
                <a:latin typeface="Times New Roman"/>
                <a:ea typeface="Times New Roman"/>
                <a:cs typeface="Times New Roman"/>
                <a:sym typeface="Times New Roman"/>
              </a:rPr>
              <a:t>I</a:t>
            </a:r>
            <a:r>
              <a:rPr lang="en-US" sz="1200" b="0" i="0" u="none" strike="noStrike" cap="none" baseline="0">
                <a:solidFill>
                  <a:srgbClr val="000000"/>
                </a:solidFill>
                <a:latin typeface="Times New Roman"/>
                <a:ea typeface="Times New Roman"/>
                <a:cs typeface="Times New Roman"/>
                <a:sym typeface="Times New Roman"/>
              </a:rPr>
              <a:t>=</a:t>
            </a:r>
            <a:r>
              <a:rPr lang="en-US" sz="1200" b="0" i="1" u="none" strike="noStrike" cap="none" baseline="0">
                <a:solidFill>
                  <a:srgbClr val="000000"/>
                </a:solidFill>
                <a:latin typeface="Times New Roman"/>
                <a:ea typeface="Times New Roman"/>
                <a:cs typeface="Times New Roman"/>
                <a:sym typeface="Times New Roman"/>
              </a:rPr>
              <a:t>IPAR</a:t>
            </a:r>
            <a:r>
              <a:rPr lang="en-US" sz="1200" b="0" i="0" u="none" strike="noStrike" cap="none" baseline="0">
                <a:solidFill>
                  <a:srgbClr val="000000"/>
                </a:solidFill>
                <a:latin typeface="Times New Roman"/>
                <a:ea typeface="Times New Roman"/>
                <a:cs typeface="Times New Roman"/>
                <a:sym typeface="Times New Roman"/>
              </a:rPr>
              <a:t>/</a:t>
            </a:r>
            <a:r>
              <a:rPr lang="en-US" sz="1200" b="0" i="1" u="none" strike="noStrike" cap="none" baseline="0">
                <a:solidFill>
                  <a:srgbClr val="000000"/>
                </a:solidFill>
                <a:latin typeface="Times New Roman"/>
                <a:ea typeface="Times New Roman"/>
                <a:cs typeface="Times New Roman"/>
                <a:sym typeface="Times New Roman"/>
              </a:rPr>
              <a:t>EPAR</a:t>
            </a:r>
            <a:r>
              <a:rPr lang="en-US" sz="1800" b="0" i="0" u="none" strike="noStrike" cap="none" baseline="0"/>
              <a:t> where </a:t>
            </a:r>
            <a:r>
              <a:rPr lang="en-US" sz="1200" b="0" i="1" u="none" strike="noStrike" cap="none" baseline="0">
                <a:solidFill>
                  <a:srgbClr val="000000"/>
                </a:solidFill>
                <a:latin typeface="Times New Roman"/>
                <a:ea typeface="Times New Roman"/>
                <a:cs typeface="Times New Roman"/>
                <a:sym typeface="Times New Roman"/>
              </a:rPr>
              <a:t>IPAR</a:t>
            </a:r>
            <a:r>
              <a:rPr lang="en-US" sz="1800" b="0" i="0" u="none" strike="noStrike" cap="none" baseline="0"/>
              <a:t> (</a:t>
            </a:r>
            <a:r>
              <a:rPr lang="en-US" sz="1200" b="0" i="1" u="none" strike="noStrike" cap="none" baseline="0">
                <a:solidFill>
                  <a:srgbClr val="000000"/>
                </a:solidFill>
                <a:latin typeface="Times New Roman"/>
                <a:ea typeface="Times New Roman"/>
                <a:cs typeface="Times New Roman"/>
                <a:sym typeface="Times New Roman"/>
              </a:rPr>
              <a:t>Wm</a:t>
            </a:r>
            <a:r>
              <a:rPr lang="en-US" sz="1200" b="0" i="0" u="none" strike="noStrike" cap="none" baseline="0">
                <a:solidFill>
                  <a:srgbClr val="000000"/>
                </a:solidFill>
                <a:latin typeface="Times New Roman"/>
                <a:ea typeface="Times New Roman"/>
                <a:cs typeface="Times New Roman"/>
                <a:sym typeface="Times New Roman"/>
              </a:rPr>
              <a:t>−2</a:t>
            </a:r>
            <a:r>
              <a:rPr lang="en-US" sz="1800" b="0" i="0" u="none" strike="noStrike" cap="none" baseline="0"/>
              <a:t>) is the PAR absorption rate </a:t>
            </a:r>
            <a:r>
              <a:rPr lang="en-US" sz="1200" b="0" i="1" u="none" strike="noStrike" cap="none" baseline="0">
                <a:solidFill>
                  <a:srgbClr val="000000"/>
                </a:solidFill>
                <a:latin typeface="Times New Roman"/>
                <a:ea typeface="Times New Roman"/>
                <a:cs typeface="Times New Roman"/>
                <a:sym typeface="Times New Roman"/>
              </a:rPr>
              <a:t>EPAR</a:t>
            </a:r>
            <a:r>
              <a:rPr lang="en-US" sz="1800" b="0" i="0" u="none" strike="noStrike" cap="none" baseline="0"/>
              <a:t> the energy content of PAR quanta (220 </a:t>
            </a:r>
            <a:r>
              <a:rPr lang="en-US" sz="1200" b="0" i="1" u="none" strike="noStrike" cap="none" baseline="0">
                <a:solidFill>
                  <a:srgbClr val="000000"/>
                </a:solidFill>
                <a:latin typeface="Times New Roman"/>
                <a:ea typeface="Times New Roman"/>
                <a:cs typeface="Times New Roman"/>
                <a:sym typeface="Times New Roman"/>
              </a:rPr>
              <a:t>kJmol</a:t>
            </a:r>
            <a:r>
              <a:rPr lang="en-US" sz="1200" b="0" i="0" u="none" strike="noStrike" cap="none" baseline="0">
                <a:solidFill>
                  <a:srgbClr val="000000"/>
                </a:solidFill>
                <a:latin typeface="Times New Roman"/>
                <a:ea typeface="Times New Roman"/>
                <a:cs typeface="Times New Roman"/>
                <a:sym typeface="Times New Roman"/>
              </a:rPr>
              <a:t>−1</a:t>
            </a:r>
            <a:r>
              <a:rPr lang="en-US" sz="1800" b="0" i="0" u="none" strike="noStrike" cap="none" baseline="0"/>
              <a:t>), </a:t>
            </a:r>
            <a:r>
              <a:rPr lang="en-US" sz="1200" b="0" i="1" u="none" strike="noStrike" cap="none" baseline="0">
                <a:solidFill>
                  <a:srgbClr val="000000"/>
                </a:solidFill>
                <a:latin typeface="Times New Roman"/>
                <a:ea typeface="Times New Roman"/>
                <a:cs typeface="Times New Roman"/>
                <a:sym typeface="Times New Roman"/>
              </a:rPr>
              <a:t>Jmax</a:t>
            </a:r>
            <a:r>
              <a:rPr lang="en-US" sz="1800" b="0" i="0" u="none" strike="noStrike" cap="none" baseline="0"/>
              <a:t> the maximum electron transport rate, (</a:t>
            </a:r>
            <a:r>
              <a:rPr lang="en-US" sz="1200" b="0" i="1" u="none" strike="noStrike" cap="none" baseline="0">
                <a:solidFill>
                  <a:srgbClr val="000000"/>
                </a:solidFill>
                <a:latin typeface="Times New Roman"/>
                <a:ea typeface="Times New Roman"/>
                <a:cs typeface="Times New Roman"/>
                <a:sym typeface="Times New Roman"/>
              </a:rPr>
              <a:t>mol</a:t>
            </a:r>
            <a:r>
              <a:rPr lang="en-US" sz="1200" b="0" i="0" u="none" strike="noStrike" cap="none" baseline="0">
                <a:solidFill>
                  <a:srgbClr val="000000"/>
                </a:solidFill>
                <a:latin typeface="Times New Roman"/>
                <a:ea typeface="Times New Roman"/>
                <a:cs typeface="Times New Roman"/>
                <a:sym typeface="Times New Roman"/>
              </a:rPr>
              <a:t>(</a:t>
            </a:r>
            <a:r>
              <a:rPr lang="en-US" sz="1200" b="0" i="1" u="none" strike="noStrike" cap="none" baseline="0">
                <a:solidFill>
                  <a:srgbClr val="000000"/>
                </a:solidFill>
                <a:latin typeface="Times New Roman"/>
                <a:ea typeface="Times New Roman"/>
                <a:cs typeface="Times New Roman"/>
                <a:sym typeface="Times New Roman"/>
              </a:rPr>
              <a:t>CO</a:t>
            </a:r>
            <a:r>
              <a:rPr lang="en-US" sz="1200" b="0" i="0" u="none" strike="noStrike" cap="none" baseline="0">
                <a:solidFill>
                  <a:srgbClr val="000000"/>
                </a:solidFill>
                <a:latin typeface="Times New Roman"/>
                <a:ea typeface="Times New Roman"/>
                <a:cs typeface="Times New Roman"/>
                <a:sym typeface="Times New Roman"/>
              </a:rPr>
              <a:t>2)</a:t>
            </a:r>
            <a:r>
              <a:rPr lang="en-US" sz="1200" b="0" i="1" u="none" strike="noStrike" cap="none" baseline="0">
                <a:solidFill>
                  <a:srgbClr val="000000"/>
                </a:solidFill>
                <a:latin typeface="Times New Roman"/>
                <a:ea typeface="Times New Roman"/>
                <a:cs typeface="Times New Roman"/>
                <a:sym typeface="Times New Roman"/>
              </a:rPr>
              <a:t>m</a:t>
            </a:r>
            <a:r>
              <a:rPr lang="en-US" sz="1200" b="0" i="0" u="none" strike="noStrike" cap="none" baseline="0">
                <a:solidFill>
                  <a:srgbClr val="000000"/>
                </a:solidFill>
                <a:latin typeface="Times New Roman"/>
                <a:ea typeface="Times New Roman"/>
                <a:cs typeface="Times New Roman"/>
                <a:sym typeface="Times New Roman"/>
              </a:rPr>
              <a:t>−2</a:t>
            </a:r>
            <a:r>
              <a:rPr lang="en-US" sz="1200" b="0" i="1" u="none" strike="noStrike" cap="none" baseline="0">
                <a:solidFill>
                  <a:srgbClr val="000000"/>
                </a:solidFill>
                <a:latin typeface="Times New Roman"/>
                <a:ea typeface="Times New Roman"/>
                <a:cs typeface="Times New Roman"/>
                <a:sym typeface="Times New Roman"/>
              </a:rPr>
              <a:t>s</a:t>
            </a:r>
            <a:r>
              <a:rPr lang="en-US" sz="1200" b="0" i="0" u="none" strike="noStrike" cap="none" baseline="0">
                <a:solidFill>
                  <a:srgbClr val="000000"/>
                </a:solidFill>
                <a:latin typeface="Times New Roman"/>
                <a:ea typeface="Times New Roman"/>
                <a:cs typeface="Times New Roman"/>
                <a:sym typeface="Times New Roman"/>
              </a:rPr>
              <a:t>−1</a:t>
            </a:r>
            <a:r>
              <a:rPr lang="en-US" sz="1800" b="0" i="0" u="none" strike="noStrike" cap="none" baseline="0"/>
              <a:t> and </a:t>
            </a:r>
            <a:r>
              <a:rPr lang="en-US" sz="1200" b="0" i="1" u="none" strike="noStrike" cap="none" baseline="0">
                <a:solidFill>
                  <a:srgbClr val="000000"/>
                </a:solidFill>
                <a:latin typeface="Times New Roman"/>
                <a:ea typeface="Times New Roman"/>
                <a:cs typeface="Times New Roman"/>
                <a:sym typeface="Times New Roman"/>
              </a:rPr>
              <a:t>α</a:t>
            </a:r>
            <a:r>
              <a:rPr lang="en-US" sz="1800" b="0" i="0" u="none" strike="noStrike" cap="none" baseline="0"/>
              <a:t> the efficiency of photon captupre (0.28).</a:t>
            </a:r>
          </a:p>
          <a:p>
            <a:pPr>
              <a:buNone/>
            </a:pPr>
            <a:r>
              <a:rPr lang="en-US" sz="1200" b="0" i="1" u="none" strike="noStrike" cap="none" baseline="0">
                <a:solidFill>
                  <a:srgbClr val="000000"/>
                </a:solidFill>
                <a:latin typeface="Times New Roman"/>
                <a:ea typeface="Times New Roman"/>
                <a:cs typeface="Times New Roman"/>
                <a:sym typeface="Times New Roman"/>
              </a:rPr>
              <a:t>NSCL</a:t>
            </a:r>
            <a:r>
              <a:rPr lang="en-US" sz="1800" b="0" i="0" u="none" strike="noStrike" cap="none" baseline="0"/>
              <a:t> is a Nitrogen scaling factor at maximum carboxylation rate and maximum electron transport rate.</a:t>
            </a:r>
          </a:p>
        </p:txBody>
      </p:sp>
      <p:sp>
        <p:nvSpPr>
          <p:cNvPr id="590" name="Shape 590"/>
          <p:cNvSpPr txBox="1">
            <a:spLocks noGrp="1"/>
          </p:cNvSpPr>
          <p:nvPr>
            <p:ph type="sldNum" idx="12"/>
          </p:nvPr>
        </p:nvSpPr>
        <p:spPr>
          <a:xfrm>
            <a:off x="4278312" y="10156825"/>
            <a:ext cx="3279775" cy="533399"/>
          </a:xfrm>
          <a:prstGeom prst="rect">
            <a:avLst/>
          </a:prstGeom>
          <a:noFill/>
          <a:ln>
            <a:noFill/>
          </a:ln>
        </p:spPr>
        <p:txBody>
          <a:bodyPr lIns="0" tIns="0" rIns="0" bIns="0" anchor="b" anchorCtr="0">
            <a:noAutofit/>
          </a:bodyPr>
          <a:lstStyle/>
          <a:p>
            <a:pPr marL="0" marR="0" lvl="0" indent="0" algn="r" rtl="0">
              <a:spcBef>
                <a:spcPts val="0"/>
              </a:spcBef>
              <a:buSzPct val="25000"/>
              <a:buNone/>
            </a:pPr>
            <a:r>
              <a:rPr lang="en-US"/>
              <a:t> </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Shape 595"/>
          <p:cNvSpPr>
            <a:spLocks noGrp="1" noRot="1" noChangeAspect="1"/>
          </p:cNvSpPr>
          <p:nvPr>
            <p:ph type="sldImg" idx="2"/>
          </p:nvPr>
        </p:nvSpPr>
        <p:spPr>
          <a:xfrm>
            <a:off x="1106488" y="812800"/>
            <a:ext cx="5343525" cy="40068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96" name="Shape 596"/>
          <p:cNvSpPr txBox="1">
            <a:spLocks noGrp="1"/>
          </p:cNvSpPr>
          <p:nvPr>
            <p:ph type="body" idx="1"/>
          </p:nvPr>
        </p:nvSpPr>
        <p:spPr>
          <a:xfrm>
            <a:off x="755650" y="5078412"/>
            <a:ext cx="6046799" cy="4810199"/>
          </a:xfrm>
          <a:prstGeom prst="rect">
            <a:avLst/>
          </a:prstGeom>
        </p:spPr>
        <p:txBody>
          <a:bodyPr lIns="91425" tIns="91425" rIns="91425" bIns="91425" anchor="ctr" anchorCtr="0">
            <a:noAutofit/>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1"/>
        <p:cNvGrpSpPr/>
        <p:nvPr/>
      </p:nvGrpSpPr>
      <p:grpSpPr>
        <a:xfrm>
          <a:off x="0" y="0"/>
          <a:ext cx="0" cy="0"/>
          <a:chOff x="0" y="0"/>
          <a:chExt cx="0" cy="0"/>
        </a:xfrm>
      </p:grpSpPr>
      <p:sp>
        <p:nvSpPr>
          <p:cNvPr id="602" name="Shape 602"/>
          <p:cNvSpPr txBox="1">
            <a:spLocks noGrp="1"/>
          </p:cNvSpPr>
          <p:nvPr>
            <p:ph type="body" idx="1"/>
          </p:nvPr>
        </p:nvSpPr>
        <p:spPr>
          <a:xfrm>
            <a:off x="755650" y="5078412"/>
            <a:ext cx="6046787" cy="4810124"/>
          </a:xfrm>
          <a:prstGeom prst="rect">
            <a:avLst/>
          </a:prstGeom>
        </p:spPr>
        <p:txBody>
          <a:bodyPr lIns="91425" tIns="91425" rIns="91425" bIns="91425" anchor="ctr" anchorCtr="0">
            <a:noAutofit/>
          </a:bodyPr>
          <a:lstStyle/>
          <a:p>
            <a:endParaRPr/>
          </a:p>
        </p:txBody>
      </p:sp>
      <p:sp>
        <p:nvSpPr>
          <p:cNvPr id="603" name="Shape 603"/>
          <p:cNvSpPr>
            <a:spLocks noGrp="1" noRot="1" noChangeAspect="1"/>
          </p:cNvSpPr>
          <p:nvPr>
            <p:ph type="sldImg" idx="2"/>
          </p:nvPr>
        </p:nvSpPr>
        <p:spPr>
          <a:xfrm>
            <a:off x="1106488" y="812800"/>
            <a:ext cx="5343525" cy="400685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9"/>
        <p:cNvGrpSpPr/>
        <p:nvPr/>
      </p:nvGrpSpPr>
      <p:grpSpPr>
        <a:xfrm>
          <a:off x="0" y="0"/>
          <a:ext cx="0" cy="0"/>
          <a:chOff x="0" y="0"/>
          <a:chExt cx="0" cy="0"/>
        </a:xfrm>
      </p:grpSpPr>
      <p:sp>
        <p:nvSpPr>
          <p:cNvPr id="610" name="Shape 610"/>
          <p:cNvSpPr>
            <a:spLocks noGrp="1" noRot="1" noChangeAspect="1"/>
          </p:cNvSpPr>
          <p:nvPr>
            <p:ph type="sldImg" idx="2"/>
          </p:nvPr>
        </p:nvSpPr>
        <p:spPr>
          <a:xfrm>
            <a:off x="1106488" y="812800"/>
            <a:ext cx="5343525" cy="4006850"/>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611" name="Shape 611"/>
          <p:cNvSpPr txBox="1">
            <a:spLocks noGrp="1"/>
          </p:cNvSpPr>
          <p:nvPr>
            <p:ph type="body" idx="1"/>
          </p:nvPr>
        </p:nvSpPr>
        <p:spPr>
          <a:xfrm>
            <a:off x="755650" y="5078412"/>
            <a:ext cx="6046787" cy="4810124"/>
          </a:xfrm>
          <a:prstGeom prst="rect">
            <a:avLst/>
          </a:prstGeom>
          <a:noFill/>
          <a:ln>
            <a:noFill/>
          </a:ln>
        </p:spPr>
        <p:txBody>
          <a:bodyPr lIns="0" tIns="0" rIns="0" bIns="0" anchor="t" anchorCtr="0">
            <a:noAutofit/>
          </a:bodyPr>
          <a:lstStyle/>
          <a:p>
            <a:pPr>
              <a:buNone/>
            </a:pPr>
            <a:r>
              <a:rPr lang="en-US" sz="1800" b="0" i="0" u="none" strike="noStrike" cap="none" baseline="0"/>
              <a:t>which is considered a function of leaf temperature (Tk, K), non-water-limited net leaf CO2 uptake rate(Ac0, umol m-2 s-1), Ca the atmospheric CO2 concentration (355 umol(CO2)/mol(air)) and standard non-stressed leaf- internal CO2 concentration, (Ci,0). R is the gas constant (8.3145 J/mol K, so units: kg m-2 s-2 mol-1 K-1), and p is the air pressure of the standard atmosphere (Pa, i.e. kg m-1 s-2), so that Gc0 is given in m/s (Knorr, 2000). The factor of 1.6 accounts for the different molecular diffusivities of water and carbon dioxide.</a:t>
            </a:r>
          </a:p>
        </p:txBody>
      </p:sp>
      <p:sp>
        <p:nvSpPr>
          <p:cNvPr id="612" name="Shape 612"/>
          <p:cNvSpPr txBox="1">
            <a:spLocks noGrp="1"/>
          </p:cNvSpPr>
          <p:nvPr>
            <p:ph type="sldNum" idx="12"/>
          </p:nvPr>
        </p:nvSpPr>
        <p:spPr>
          <a:xfrm>
            <a:off x="4278312" y="10156825"/>
            <a:ext cx="3279775" cy="533399"/>
          </a:xfrm>
          <a:prstGeom prst="rect">
            <a:avLst/>
          </a:prstGeom>
          <a:noFill/>
          <a:ln>
            <a:noFill/>
          </a:ln>
        </p:spPr>
        <p:txBody>
          <a:bodyPr lIns="0" tIns="0" rIns="0" bIns="0" anchor="b" anchorCtr="0">
            <a:noAutofit/>
          </a:bodyPr>
          <a:lstStyle/>
          <a:p>
            <a:pPr marL="0" marR="0" lvl="0" indent="0" algn="r" rtl="0">
              <a:spcBef>
                <a:spcPts val="0"/>
              </a:spcBef>
              <a:buSzPct val="25000"/>
              <a:buNone/>
            </a:pPr>
            <a:r>
              <a:rPr lang="en-US"/>
              <a:t> </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6"/>
        <p:cNvGrpSpPr/>
        <p:nvPr/>
      </p:nvGrpSpPr>
      <p:grpSpPr>
        <a:xfrm>
          <a:off x="0" y="0"/>
          <a:ext cx="0" cy="0"/>
          <a:chOff x="0" y="0"/>
          <a:chExt cx="0" cy="0"/>
        </a:xfrm>
      </p:grpSpPr>
      <p:sp>
        <p:nvSpPr>
          <p:cNvPr id="617" name="Shape 617"/>
          <p:cNvSpPr txBox="1">
            <a:spLocks noGrp="1"/>
          </p:cNvSpPr>
          <p:nvPr>
            <p:ph type="body" idx="1"/>
          </p:nvPr>
        </p:nvSpPr>
        <p:spPr>
          <a:xfrm>
            <a:off x="755650" y="5078412"/>
            <a:ext cx="6046787" cy="4810124"/>
          </a:xfrm>
          <a:prstGeom prst="rect">
            <a:avLst/>
          </a:prstGeom>
        </p:spPr>
        <p:txBody>
          <a:bodyPr lIns="91425" tIns="91425" rIns="91425" bIns="91425" anchor="ctr" anchorCtr="0">
            <a:noAutofit/>
          </a:bodyPr>
          <a:lstStyle/>
          <a:p>
            <a:endParaRPr/>
          </a:p>
        </p:txBody>
      </p:sp>
      <p:sp>
        <p:nvSpPr>
          <p:cNvPr id="618" name="Shape 618"/>
          <p:cNvSpPr>
            <a:spLocks noGrp="1" noRot="1" noChangeAspect="1"/>
          </p:cNvSpPr>
          <p:nvPr>
            <p:ph type="sldImg" idx="2"/>
          </p:nvPr>
        </p:nvSpPr>
        <p:spPr>
          <a:xfrm>
            <a:off x="1106488" y="812800"/>
            <a:ext cx="5343525" cy="400685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4"/>
        <p:cNvGrpSpPr/>
        <p:nvPr/>
      </p:nvGrpSpPr>
      <p:grpSpPr>
        <a:xfrm>
          <a:off x="0" y="0"/>
          <a:ext cx="0" cy="0"/>
          <a:chOff x="0" y="0"/>
          <a:chExt cx="0" cy="0"/>
        </a:xfrm>
      </p:grpSpPr>
      <p:sp>
        <p:nvSpPr>
          <p:cNvPr id="635" name="Shape 635"/>
          <p:cNvSpPr txBox="1">
            <a:spLocks noGrp="1"/>
          </p:cNvSpPr>
          <p:nvPr>
            <p:ph type="body" idx="1"/>
          </p:nvPr>
        </p:nvSpPr>
        <p:spPr>
          <a:xfrm>
            <a:off x="755650" y="5078412"/>
            <a:ext cx="6046787" cy="4810124"/>
          </a:xfrm>
          <a:prstGeom prst="rect">
            <a:avLst/>
          </a:prstGeom>
        </p:spPr>
        <p:txBody>
          <a:bodyPr lIns="91425" tIns="91425" rIns="91425" bIns="91425" anchor="ctr" anchorCtr="0">
            <a:noAutofit/>
          </a:bodyPr>
          <a:lstStyle/>
          <a:p>
            <a:endParaRPr/>
          </a:p>
        </p:txBody>
      </p:sp>
      <p:sp>
        <p:nvSpPr>
          <p:cNvPr id="636" name="Shape 636"/>
          <p:cNvSpPr>
            <a:spLocks noGrp="1" noRot="1" noChangeAspect="1"/>
          </p:cNvSpPr>
          <p:nvPr>
            <p:ph type="sldImg" idx="2"/>
          </p:nvPr>
        </p:nvSpPr>
        <p:spPr>
          <a:xfrm>
            <a:off x="1106488" y="812800"/>
            <a:ext cx="5343525" cy="400685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16"/>
        <p:cNvGrpSpPr/>
        <p:nvPr/>
      </p:nvGrpSpPr>
      <p:grpSpPr>
        <a:xfrm>
          <a:off x="0" y="0"/>
          <a:ext cx="0" cy="0"/>
          <a:chOff x="0" y="0"/>
          <a:chExt cx="0" cy="0"/>
        </a:xfrm>
      </p:grpSpPr>
      <p:pic>
        <p:nvPicPr>
          <p:cNvPr id="17" name="Shape 17"/>
          <p:cNvPicPr preferRelativeResize="0"/>
          <p:nvPr/>
        </p:nvPicPr>
        <p:blipFill>
          <a:blip r:embed="rId2"/>
          <a:stretch>
            <a:fillRect/>
          </a:stretch>
        </p:blipFill>
        <p:spPr>
          <a:xfrm>
            <a:off x="7600950" y="6732588"/>
            <a:ext cx="2087562" cy="619124"/>
          </a:xfrm>
          <a:prstGeom prst="rect">
            <a:avLst/>
          </a:prstGeom>
        </p:spPr>
      </p:pic>
      <p:pic>
        <p:nvPicPr>
          <p:cNvPr id="18" name="Shape 18"/>
          <p:cNvPicPr preferRelativeResize="0"/>
          <p:nvPr/>
        </p:nvPicPr>
        <p:blipFill>
          <a:blip r:embed="rId3"/>
          <a:stretch>
            <a:fillRect/>
          </a:stretch>
        </p:blipFill>
        <p:spPr>
          <a:xfrm>
            <a:off x="144463" y="6692900"/>
            <a:ext cx="2982912" cy="758825"/>
          </a:xfrm>
          <a:prstGeom prst="rect">
            <a:avLst/>
          </a:prstGeom>
        </p:spPr>
      </p:pic>
      <p:sp>
        <p:nvSpPr>
          <p:cNvPr id="19" name="Shape 19"/>
          <p:cNvSpPr txBox="1">
            <a:spLocks noGrp="1"/>
          </p:cNvSpPr>
          <p:nvPr>
            <p:ph type="ctrTitle"/>
          </p:nvPr>
        </p:nvSpPr>
        <p:spPr>
          <a:xfrm>
            <a:off x="755650" y="2347913"/>
            <a:ext cx="8569325" cy="1620836"/>
          </a:xfrm>
          <a:prstGeom prst="rect">
            <a:avLst/>
          </a:prstGeom>
          <a:solidFill>
            <a:srgbClr val="99CC00"/>
          </a:solidFill>
          <a:ln>
            <a:noFill/>
          </a:ln>
        </p:spPr>
        <p:txBody>
          <a:bodyPr lIns="91425" tIns="91425" rIns="91425" bIns="91425" anchor="ctr" anchorCtr="0"/>
          <a:lstStyle>
            <a:lvl1pPr marL="0" marR="0" indent="0" algn="ctr" rtl="0">
              <a:lnSpc>
                <a:spcPct val="93000"/>
              </a:lnSpc>
              <a:spcBef>
                <a:spcPts val="0"/>
              </a:spcBef>
              <a:spcAft>
                <a:spcPts val="0"/>
              </a:spcAft>
              <a:defRPr/>
            </a:lvl1pPr>
            <a:lvl2pPr marL="0" marR="0" indent="0" algn="ctr" rtl="0">
              <a:lnSpc>
                <a:spcPct val="93000"/>
              </a:lnSpc>
              <a:spcBef>
                <a:spcPts val="0"/>
              </a:spcBef>
              <a:spcAft>
                <a:spcPts val="0"/>
              </a:spcAft>
              <a:defRPr/>
            </a:lvl2pPr>
            <a:lvl3pPr marL="0" marR="0" indent="0" algn="ctr" rtl="0">
              <a:lnSpc>
                <a:spcPct val="93000"/>
              </a:lnSpc>
              <a:spcBef>
                <a:spcPts val="0"/>
              </a:spcBef>
              <a:spcAft>
                <a:spcPts val="0"/>
              </a:spcAft>
              <a:defRPr/>
            </a:lvl3pPr>
            <a:lvl4pPr marL="0" marR="0" indent="0" algn="ctr" rtl="0">
              <a:lnSpc>
                <a:spcPct val="93000"/>
              </a:lnSpc>
              <a:spcBef>
                <a:spcPts val="0"/>
              </a:spcBef>
              <a:spcAft>
                <a:spcPts val="0"/>
              </a:spcAft>
              <a:defRPr/>
            </a:lvl4pPr>
            <a:lvl5pPr marL="0" marR="0" indent="0" algn="ctr" rtl="0">
              <a:lnSpc>
                <a:spcPct val="93000"/>
              </a:lnSpc>
              <a:spcBef>
                <a:spcPts val="0"/>
              </a:spcBef>
              <a:spcAft>
                <a:spcPts val="0"/>
              </a:spcAft>
              <a:defRPr/>
            </a:lvl5pPr>
            <a:lvl6pPr marL="2514600" marR="0" indent="-228600" algn="ctr" rtl="0">
              <a:lnSpc>
                <a:spcPct val="93000"/>
              </a:lnSpc>
              <a:spcBef>
                <a:spcPts val="0"/>
              </a:spcBef>
              <a:spcAft>
                <a:spcPts val="0"/>
              </a:spcAft>
              <a:defRPr/>
            </a:lvl6pPr>
            <a:lvl7pPr marL="2971800" marR="0" indent="-228600" algn="ctr" rtl="0">
              <a:lnSpc>
                <a:spcPct val="93000"/>
              </a:lnSpc>
              <a:spcBef>
                <a:spcPts val="0"/>
              </a:spcBef>
              <a:spcAft>
                <a:spcPts val="0"/>
              </a:spcAft>
              <a:defRPr/>
            </a:lvl7pPr>
            <a:lvl8pPr marL="3429000" marR="0" indent="-228600" algn="ctr" rtl="0">
              <a:lnSpc>
                <a:spcPct val="93000"/>
              </a:lnSpc>
              <a:spcBef>
                <a:spcPts val="0"/>
              </a:spcBef>
              <a:spcAft>
                <a:spcPts val="0"/>
              </a:spcAft>
              <a:defRPr/>
            </a:lvl8pPr>
            <a:lvl9pPr marL="3886200" marR="0" indent="-228600" algn="ctr" rtl="0">
              <a:lnSpc>
                <a:spcPct val="93000"/>
              </a:lnSpc>
              <a:spcBef>
                <a:spcPts val="0"/>
              </a:spcBef>
              <a:spcAft>
                <a:spcPts val="0"/>
              </a:spcAft>
              <a:defRPr/>
            </a:lvl9pPr>
          </a:lstStyle>
          <a:p>
            <a:endParaRPr/>
          </a:p>
        </p:txBody>
      </p:sp>
      <p:sp>
        <p:nvSpPr>
          <p:cNvPr id="20" name="Shape 20"/>
          <p:cNvSpPr txBox="1">
            <a:spLocks noGrp="1"/>
          </p:cNvSpPr>
          <p:nvPr>
            <p:ph type="subTitle" idx="1"/>
          </p:nvPr>
        </p:nvSpPr>
        <p:spPr>
          <a:xfrm>
            <a:off x="1512887" y="4284662"/>
            <a:ext cx="7056437" cy="1931986"/>
          </a:xfrm>
          <a:prstGeom prst="rect">
            <a:avLst/>
          </a:prstGeom>
          <a:solidFill>
            <a:srgbClr val="99CC00"/>
          </a:solidFill>
          <a:ln>
            <a:noFill/>
          </a:ln>
        </p:spPr>
        <p:txBody>
          <a:bodyPr lIns="91425" tIns="91425" rIns="91425" bIns="91425" anchor="t" anchorCtr="0"/>
          <a:lstStyle>
            <a:lvl1pPr marL="0" marR="0" indent="0" algn="ctr" rtl="0">
              <a:lnSpc>
                <a:spcPct val="93000"/>
              </a:lnSpc>
              <a:spcBef>
                <a:spcPts val="0"/>
              </a:spcBef>
              <a:spcAft>
                <a:spcPts val="0"/>
              </a:spcAft>
              <a:defRPr/>
            </a:lvl1pPr>
            <a:lvl2pPr marL="742950" marR="0" indent="-285750" algn="l" rtl="0">
              <a:lnSpc>
                <a:spcPct val="93000"/>
              </a:lnSpc>
              <a:spcBef>
                <a:spcPts val="0"/>
              </a:spcBef>
              <a:spcAft>
                <a:spcPts val="1138"/>
              </a:spcAft>
              <a:defRPr/>
            </a:lvl2pPr>
            <a:lvl3pPr marL="1143000" marR="0" indent="-241300" algn="l" rtl="0">
              <a:lnSpc>
                <a:spcPct val="93000"/>
              </a:lnSpc>
              <a:spcBef>
                <a:spcPts val="0"/>
              </a:spcBef>
              <a:spcAft>
                <a:spcPts val="850"/>
              </a:spcAft>
              <a:defRPr/>
            </a:lvl3pPr>
            <a:lvl4pPr marL="1600200" marR="0" indent="-228600" algn="l" rtl="0">
              <a:lnSpc>
                <a:spcPct val="93000"/>
              </a:lnSpc>
              <a:spcBef>
                <a:spcPts val="0"/>
              </a:spcBef>
              <a:spcAft>
                <a:spcPts val="575"/>
              </a:spcAft>
              <a:defRPr/>
            </a:lvl4pPr>
            <a:lvl5pPr marL="2057400" marR="0" indent="-228600" algn="l" rtl="0">
              <a:lnSpc>
                <a:spcPct val="93000"/>
              </a:lnSpc>
              <a:spcBef>
                <a:spcPts val="0"/>
              </a:spcBef>
              <a:spcAft>
                <a:spcPts val="288"/>
              </a:spcAft>
              <a:defRPr/>
            </a:lvl5pPr>
            <a:lvl6pPr marL="2514600" marR="0" indent="-228600" algn="l" rtl="0">
              <a:lnSpc>
                <a:spcPct val="93000"/>
              </a:lnSpc>
              <a:spcBef>
                <a:spcPts val="0"/>
              </a:spcBef>
              <a:spcAft>
                <a:spcPts val="288"/>
              </a:spcAft>
              <a:defRPr/>
            </a:lvl6pPr>
            <a:lvl7pPr marL="2971800" marR="0" indent="-228600" algn="l" rtl="0">
              <a:lnSpc>
                <a:spcPct val="93000"/>
              </a:lnSpc>
              <a:spcBef>
                <a:spcPts val="0"/>
              </a:spcBef>
              <a:spcAft>
                <a:spcPts val="288"/>
              </a:spcAft>
              <a:defRPr/>
            </a:lvl7pPr>
            <a:lvl8pPr marL="3429000" marR="0" indent="-228600" algn="l" rtl="0">
              <a:lnSpc>
                <a:spcPct val="93000"/>
              </a:lnSpc>
              <a:spcBef>
                <a:spcPts val="0"/>
              </a:spcBef>
              <a:spcAft>
                <a:spcPts val="288"/>
              </a:spcAft>
              <a:defRPr/>
            </a:lvl8pPr>
            <a:lvl9pPr marL="3886200" marR="0" indent="-228600" algn="l" rtl="0">
              <a:lnSpc>
                <a:spcPct val="93000"/>
              </a:lnSpc>
              <a:spcBef>
                <a:spcPts val="0"/>
              </a:spcBef>
              <a:spcAft>
                <a:spcPts val="288"/>
              </a:spcAf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Shape 21"/>
        <p:cNvGrpSpPr/>
        <p:nvPr/>
      </p:nvGrpSpPr>
      <p:grpSpPr>
        <a:xfrm>
          <a:off x="0" y="0"/>
          <a:ext cx="0" cy="0"/>
          <a:chOff x="0" y="0"/>
          <a:chExt cx="0" cy="0"/>
        </a:xfrm>
      </p:grpSpPr>
      <p:sp>
        <p:nvSpPr>
          <p:cNvPr id="22" name="Shape 22"/>
          <p:cNvSpPr txBox="1">
            <a:spLocks noGrp="1"/>
          </p:cNvSpPr>
          <p:nvPr>
            <p:ph type="title"/>
          </p:nvPr>
        </p:nvSpPr>
        <p:spPr>
          <a:xfrm>
            <a:off x="504825" y="301625"/>
            <a:ext cx="9067799" cy="1260474"/>
          </a:xfrm>
          <a:prstGeom prst="rect">
            <a:avLst/>
          </a:prstGeom>
          <a:solidFill>
            <a:srgbClr val="99CC00"/>
          </a:solidFill>
          <a:ln>
            <a:noFill/>
          </a:ln>
        </p:spPr>
        <p:txBody>
          <a:bodyPr lIns="91425" tIns="91425" rIns="91425" bIns="91425" anchor="ctr" anchorCtr="0"/>
          <a:lstStyle>
            <a:lvl1pPr algn="ctr" rtl="0">
              <a:lnSpc>
                <a:spcPct val="93000"/>
              </a:lnSpc>
              <a:spcBef>
                <a:spcPts val="0"/>
              </a:spcBef>
              <a:spcAft>
                <a:spcPts val="0"/>
              </a:spcAft>
              <a:defRPr/>
            </a:lvl1pPr>
            <a:lvl2pPr algn="ctr" rtl="0">
              <a:lnSpc>
                <a:spcPct val="93000"/>
              </a:lnSpc>
              <a:spcBef>
                <a:spcPts val="0"/>
              </a:spcBef>
              <a:spcAft>
                <a:spcPts val="0"/>
              </a:spcAft>
              <a:defRPr/>
            </a:lvl2pPr>
            <a:lvl3pPr algn="ctr" rtl="0">
              <a:lnSpc>
                <a:spcPct val="93000"/>
              </a:lnSpc>
              <a:spcBef>
                <a:spcPts val="0"/>
              </a:spcBef>
              <a:spcAft>
                <a:spcPts val="0"/>
              </a:spcAft>
              <a:defRPr/>
            </a:lvl3pPr>
            <a:lvl4pPr algn="ctr" rtl="0">
              <a:lnSpc>
                <a:spcPct val="93000"/>
              </a:lnSpc>
              <a:spcBef>
                <a:spcPts val="0"/>
              </a:spcBef>
              <a:spcAft>
                <a:spcPts val="0"/>
              </a:spcAft>
              <a:defRPr/>
            </a:lvl4pPr>
            <a:lvl5pPr algn="ctr" rtl="0">
              <a:lnSpc>
                <a:spcPct val="93000"/>
              </a:lnSpc>
              <a:spcBef>
                <a:spcPts val="0"/>
              </a:spcBef>
              <a:spcAft>
                <a:spcPts val="0"/>
              </a:spcAft>
              <a:defRPr/>
            </a:lvl5pPr>
            <a:lvl6pPr marL="2514600" indent="-228600" algn="ctr" rtl="0">
              <a:lnSpc>
                <a:spcPct val="93000"/>
              </a:lnSpc>
              <a:spcBef>
                <a:spcPts val="0"/>
              </a:spcBef>
              <a:spcAft>
                <a:spcPts val="0"/>
              </a:spcAft>
              <a:defRPr/>
            </a:lvl6pPr>
            <a:lvl7pPr marL="2971800" indent="-228600" algn="ctr" rtl="0">
              <a:lnSpc>
                <a:spcPct val="93000"/>
              </a:lnSpc>
              <a:spcBef>
                <a:spcPts val="0"/>
              </a:spcBef>
              <a:spcAft>
                <a:spcPts val="0"/>
              </a:spcAft>
              <a:defRPr/>
            </a:lvl7pPr>
            <a:lvl8pPr marL="3429000" indent="-228600" algn="ctr" rtl="0">
              <a:lnSpc>
                <a:spcPct val="93000"/>
              </a:lnSpc>
              <a:spcBef>
                <a:spcPts val="0"/>
              </a:spcBef>
              <a:spcAft>
                <a:spcPts val="0"/>
              </a:spcAft>
              <a:defRPr/>
            </a:lvl8pPr>
            <a:lvl9pPr marL="3886200" indent="-228600" algn="ctr" rtl="0">
              <a:lnSpc>
                <a:spcPct val="93000"/>
              </a:lnSpc>
              <a:spcBef>
                <a:spcPts val="0"/>
              </a:spcBef>
              <a:spcAft>
                <a:spcPts val="0"/>
              </a:spcAft>
              <a:defRPr/>
            </a:lvl9pPr>
          </a:lstStyle>
          <a:p>
            <a:endParaRPr/>
          </a:p>
        </p:txBody>
      </p:sp>
      <p:sp>
        <p:nvSpPr>
          <p:cNvPr id="23" name="Shape 23"/>
          <p:cNvSpPr txBox="1">
            <a:spLocks noGrp="1"/>
          </p:cNvSpPr>
          <p:nvPr>
            <p:ph type="body" idx="1"/>
          </p:nvPr>
        </p:nvSpPr>
        <p:spPr>
          <a:xfrm>
            <a:off x="504825" y="1768475"/>
            <a:ext cx="9067799" cy="4987924"/>
          </a:xfrm>
          <a:prstGeom prst="rect">
            <a:avLst/>
          </a:prstGeom>
          <a:noFill/>
          <a:ln>
            <a:noFill/>
          </a:ln>
        </p:spPr>
        <p:txBody>
          <a:bodyPr lIns="91425" tIns="91425" rIns="91425" bIns="91425" anchor="t" anchorCtr="0"/>
          <a:lstStyle>
            <a:lvl1pPr marL="342900" indent="-342900" algn="l" rtl="0">
              <a:lnSpc>
                <a:spcPct val="93000"/>
              </a:lnSpc>
              <a:spcBef>
                <a:spcPts val="0"/>
              </a:spcBef>
              <a:spcAft>
                <a:spcPts val="1425"/>
              </a:spcAft>
              <a:defRPr/>
            </a:lvl1pPr>
            <a:lvl2pPr marL="742950" indent="-285750" algn="l" rtl="0">
              <a:lnSpc>
                <a:spcPct val="93000"/>
              </a:lnSpc>
              <a:spcBef>
                <a:spcPts val="0"/>
              </a:spcBef>
              <a:spcAft>
                <a:spcPts val="1138"/>
              </a:spcAft>
              <a:defRPr/>
            </a:lvl2pPr>
            <a:lvl3pPr marL="1143000" indent="-241300" algn="l" rtl="0">
              <a:lnSpc>
                <a:spcPct val="93000"/>
              </a:lnSpc>
              <a:spcBef>
                <a:spcPts val="0"/>
              </a:spcBef>
              <a:spcAft>
                <a:spcPts val="850"/>
              </a:spcAft>
              <a:defRPr/>
            </a:lvl3pPr>
            <a:lvl4pPr marL="1600200" indent="-228600" algn="l" rtl="0">
              <a:lnSpc>
                <a:spcPct val="93000"/>
              </a:lnSpc>
              <a:spcBef>
                <a:spcPts val="0"/>
              </a:spcBef>
              <a:spcAft>
                <a:spcPts val="575"/>
              </a:spcAft>
              <a:defRPr/>
            </a:lvl4pPr>
            <a:lvl5pPr marL="2057400" indent="-228600" algn="l" rtl="0">
              <a:lnSpc>
                <a:spcPct val="93000"/>
              </a:lnSpc>
              <a:spcBef>
                <a:spcPts val="0"/>
              </a:spcBef>
              <a:spcAft>
                <a:spcPts val="288"/>
              </a:spcAft>
              <a:defRPr/>
            </a:lvl5pPr>
            <a:lvl6pPr marL="2514600" indent="-228600" algn="l" rtl="0">
              <a:lnSpc>
                <a:spcPct val="93000"/>
              </a:lnSpc>
              <a:spcBef>
                <a:spcPts val="0"/>
              </a:spcBef>
              <a:spcAft>
                <a:spcPts val="288"/>
              </a:spcAft>
              <a:defRPr/>
            </a:lvl6pPr>
            <a:lvl7pPr marL="2971800" indent="-228600" algn="l" rtl="0">
              <a:lnSpc>
                <a:spcPct val="93000"/>
              </a:lnSpc>
              <a:spcBef>
                <a:spcPts val="0"/>
              </a:spcBef>
              <a:spcAft>
                <a:spcPts val="288"/>
              </a:spcAft>
              <a:defRPr/>
            </a:lvl7pPr>
            <a:lvl8pPr marL="3429000" indent="-228600" algn="l" rtl="0">
              <a:lnSpc>
                <a:spcPct val="93000"/>
              </a:lnSpc>
              <a:spcBef>
                <a:spcPts val="0"/>
              </a:spcBef>
              <a:spcAft>
                <a:spcPts val="288"/>
              </a:spcAft>
              <a:defRPr/>
            </a:lvl8pPr>
            <a:lvl9pPr marL="3886200" indent="-228600" algn="l" rtl="0">
              <a:lnSpc>
                <a:spcPct val="93000"/>
              </a:lnSpc>
              <a:spcBef>
                <a:spcPts val="0"/>
              </a:spcBef>
              <a:spcAft>
                <a:spcPts val="288"/>
              </a:spcAft>
              <a:defRPr/>
            </a:lvl9pPr>
          </a:lstStyle>
          <a:p>
            <a:endParaRPr/>
          </a:p>
        </p:txBody>
      </p:sp>
      <p:sp>
        <p:nvSpPr>
          <p:cNvPr id="24" name="Shape 24"/>
          <p:cNvSpPr txBox="1">
            <a:spLocks noGrp="1"/>
          </p:cNvSpPr>
          <p:nvPr>
            <p:ph type="dt" idx="10"/>
          </p:nvPr>
        </p:nvSpPr>
        <p:spPr>
          <a:xfrm>
            <a:off x="504825" y="6886575"/>
            <a:ext cx="2344737" cy="519112"/>
          </a:xfrm>
          <a:prstGeom prst="rect">
            <a:avLst/>
          </a:prstGeom>
          <a:noFill/>
          <a:ln>
            <a:noFill/>
          </a:ln>
        </p:spPr>
        <p:txBody>
          <a:bodyPr lIns="91425" tIns="91425" rIns="91425" bIns="91425" anchor="t" anchorCtr="0"/>
          <a:lstStyle>
            <a:lvl1pPr marL="0" marR="0" indent="0" algn="l" rtl="0">
              <a:spcBef>
                <a:spcPts val="0"/>
              </a:spcBef>
              <a:defRPr/>
            </a:lvl1pPr>
            <a:lvl2pPr marL="457200" marR="0" indent="0" algn="l" rtl="0">
              <a:defRPr/>
            </a:lvl2pPr>
            <a:lvl3pPr marL="914400" marR="0" indent="0" algn="l" rtl="0">
              <a:defRPr/>
            </a:lvl3pPr>
            <a:lvl4pPr marL="1371600" marR="0" indent="0" algn="l" rtl="0">
              <a:defRPr/>
            </a:lvl4pPr>
            <a:lvl5pPr marL="1828800" marR="0" indent="0" algn="l" rtl="0">
              <a:defRPr/>
            </a:lvl5pPr>
            <a:lvl6pPr marL="2286000" marR="0" indent="0" algn="l" rtl="0">
              <a:defRPr/>
            </a:lvl6pPr>
            <a:lvl7pPr marL="2743200" marR="0" indent="0" algn="l" rtl="0">
              <a:defRPr/>
            </a:lvl7pPr>
            <a:lvl8pPr marL="3200400" marR="0" indent="0" algn="l" rtl="0">
              <a:defRPr/>
            </a:lvl8pPr>
            <a:lvl9pPr marL="3657600" marR="0" indent="0" algn="l" rtl="0">
              <a:defRPr/>
            </a:lvl9pPr>
          </a:lstStyle>
          <a:p>
            <a:endParaRPr/>
          </a:p>
        </p:txBody>
      </p:sp>
      <p:sp>
        <p:nvSpPr>
          <p:cNvPr id="25" name="Shape 25"/>
          <p:cNvSpPr txBox="1">
            <a:spLocks noGrp="1"/>
          </p:cNvSpPr>
          <p:nvPr>
            <p:ph type="ftr" idx="11"/>
          </p:nvPr>
        </p:nvSpPr>
        <p:spPr>
          <a:xfrm>
            <a:off x="3448050" y="6886575"/>
            <a:ext cx="3194049" cy="519112"/>
          </a:xfrm>
          <a:prstGeom prst="rect">
            <a:avLst/>
          </a:prstGeom>
          <a:noFill/>
          <a:ln>
            <a:noFill/>
          </a:ln>
        </p:spPr>
        <p:txBody>
          <a:bodyPr lIns="91425" tIns="91425" rIns="91425" bIns="91425" anchor="t" anchorCtr="0"/>
          <a:lstStyle>
            <a:lvl1pPr marL="0" marR="0" indent="0" algn="l" rtl="0">
              <a:spcBef>
                <a:spcPts val="0"/>
              </a:spcBef>
              <a:defRPr/>
            </a:lvl1pPr>
            <a:lvl2pPr marL="457200" marR="0" indent="0" algn="l" rtl="0">
              <a:defRPr/>
            </a:lvl2pPr>
            <a:lvl3pPr marL="914400" marR="0" indent="0" algn="l" rtl="0">
              <a:defRPr/>
            </a:lvl3pPr>
            <a:lvl4pPr marL="1371600" marR="0" indent="0" algn="l" rtl="0">
              <a:defRPr/>
            </a:lvl4pPr>
            <a:lvl5pPr marL="1828800" marR="0" indent="0" algn="l" rtl="0">
              <a:defRPr/>
            </a:lvl5pPr>
            <a:lvl6pPr marL="2286000" marR="0" indent="0" algn="l" rtl="0">
              <a:defRPr/>
            </a:lvl6pPr>
            <a:lvl7pPr marL="2743200" marR="0" indent="0" algn="l" rtl="0">
              <a:defRPr/>
            </a:lvl7pPr>
            <a:lvl8pPr marL="3200400" marR="0" indent="0" algn="l" rtl="0">
              <a:defRPr/>
            </a:lvl8pPr>
            <a:lvl9pPr marL="3657600" marR="0" indent="0" algn="l" rtl="0">
              <a:defRPr/>
            </a:lvl9pPr>
          </a:lstStyle>
          <a:p>
            <a:endParaRPr/>
          </a:p>
        </p:txBody>
      </p:sp>
      <p:sp>
        <p:nvSpPr>
          <p:cNvPr id="26" name="Shape 26"/>
          <p:cNvSpPr txBox="1">
            <a:spLocks noGrp="1"/>
          </p:cNvSpPr>
          <p:nvPr>
            <p:ph type="sldNum" idx="12"/>
          </p:nvPr>
        </p:nvSpPr>
        <p:spPr>
          <a:xfrm>
            <a:off x="7227888" y="6886575"/>
            <a:ext cx="2346324" cy="519112"/>
          </a:xfrm>
          <a:prstGeom prst="rect">
            <a:avLst/>
          </a:prstGeom>
          <a:noFill/>
          <a:ln>
            <a:noFill/>
          </a:ln>
        </p:spPr>
        <p:txBody>
          <a:bodyPr lIns="91425" tIns="91425" rIns="91425" bIns="91425" anchor="t" anchorCtr="0"/>
          <a:lstStyle>
            <a:lvl1pPr marL="0" marR="0" indent="0" algn="r" rtl="0">
              <a:spcBef>
                <a:spcPts val="0"/>
              </a:spcBef>
              <a:defRPr/>
            </a:lvl1pPr>
            <a:lvl2pPr marL="457200" marR="0" indent="0" algn="l" rtl="0">
              <a:defRPr/>
            </a:lvl2pPr>
            <a:lvl3pPr marL="914400" marR="0" indent="0" algn="l" rtl="0">
              <a:defRPr/>
            </a:lvl3pPr>
            <a:lvl4pPr marL="1371600" marR="0" indent="0" algn="l" rtl="0">
              <a:defRPr/>
            </a:lvl4pPr>
            <a:lvl5pPr marL="1828800" marR="0" indent="0" algn="l" rtl="0">
              <a:defRPr/>
            </a:lvl5pPr>
            <a:lvl6pPr marL="2286000" marR="0" indent="0" algn="l" rtl="0">
              <a:defRPr/>
            </a:lvl6pPr>
            <a:lvl7pPr marL="2743200" marR="0" indent="0" algn="l" rtl="0">
              <a:defRPr/>
            </a:lvl7pPr>
            <a:lvl8pPr marL="3200400" marR="0" indent="0" algn="l" rtl="0">
              <a:defRPr/>
            </a:lvl8pPr>
            <a:lvl9pPr marL="3657600" marR="0" indent="0" algn="l" rtl="0">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27"/>
        <p:cNvGrpSpPr/>
        <p:nvPr/>
      </p:nvGrpSpPr>
      <p:grpSpPr>
        <a:xfrm>
          <a:off x="0" y="0"/>
          <a:ext cx="0" cy="0"/>
          <a:chOff x="0" y="0"/>
          <a:chExt cx="0" cy="0"/>
        </a:xfrm>
      </p:grpSpPr>
      <p:sp>
        <p:nvSpPr>
          <p:cNvPr id="28" name="Shape 28"/>
          <p:cNvSpPr txBox="1">
            <a:spLocks noGrp="1"/>
          </p:cNvSpPr>
          <p:nvPr>
            <p:ph type="title"/>
          </p:nvPr>
        </p:nvSpPr>
        <p:spPr>
          <a:xfrm>
            <a:off x="796925" y="4857750"/>
            <a:ext cx="8567738" cy="1501775"/>
          </a:xfrm>
          <a:prstGeom prst="rect">
            <a:avLst/>
          </a:prstGeom>
          <a:solidFill>
            <a:srgbClr val="99CC00"/>
          </a:solidFill>
          <a:ln>
            <a:noFill/>
          </a:ln>
        </p:spPr>
        <p:txBody>
          <a:bodyPr lIns="91425" tIns="91425" rIns="91425" bIns="91425" anchor="t" anchorCtr="0"/>
          <a:lstStyle>
            <a:lvl1pPr algn="l" rtl="0">
              <a:defRPr/>
            </a:lvl1pPr>
            <a:lvl2pPr rtl="0">
              <a:defRPr/>
            </a:lvl2pPr>
            <a:lvl3pPr rtl="0">
              <a:defRPr/>
            </a:lvl3pPr>
            <a:lvl4pPr rtl="0">
              <a:defRPr/>
            </a:lvl4pPr>
            <a:lvl5pPr rtl="0">
              <a:defRPr/>
            </a:lvl5pPr>
            <a:lvl6pPr rtl="0">
              <a:defRPr/>
            </a:lvl6pPr>
            <a:lvl7pPr rtl="0">
              <a:defRPr/>
            </a:lvl7pPr>
            <a:lvl8pPr rtl="0">
              <a:defRPr/>
            </a:lvl8pPr>
            <a:lvl9pPr rtl="0">
              <a:defRPr/>
            </a:lvl9pPr>
          </a:lstStyle>
          <a:p>
            <a:endParaRPr/>
          </a:p>
        </p:txBody>
      </p:sp>
      <p:sp>
        <p:nvSpPr>
          <p:cNvPr id="29" name="Shape 29"/>
          <p:cNvSpPr txBox="1">
            <a:spLocks noGrp="1"/>
          </p:cNvSpPr>
          <p:nvPr>
            <p:ph type="body" idx="1"/>
          </p:nvPr>
        </p:nvSpPr>
        <p:spPr>
          <a:xfrm>
            <a:off x="796925" y="3203575"/>
            <a:ext cx="8567738" cy="1654174"/>
          </a:xfrm>
          <a:prstGeom prst="rect">
            <a:avLst/>
          </a:prstGeom>
          <a:noFill/>
          <a:ln>
            <a:noFill/>
          </a:ln>
        </p:spPr>
        <p:txBody>
          <a:bodyPr lIns="91425" tIns="91425" rIns="91425" bIns="91425" anchor="b" anchorCtr="0"/>
          <a:lstStyle>
            <a:lvl1pPr marL="0" indent="0" rtl="0">
              <a:buFont typeface="Arial"/>
              <a:buNone/>
              <a:defRPr/>
            </a:lvl1pPr>
            <a:lvl2pPr marL="457200" indent="0" rtl="0">
              <a:buFont typeface="Arial"/>
              <a:buNone/>
              <a:defRPr/>
            </a:lvl2pPr>
            <a:lvl3pPr marL="914400" indent="0" rtl="0">
              <a:buFont typeface="Arial"/>
              <a:buNone/>
              <a:defRPr/>
            </a:lvl3pPr>
            <a:lvl4pPr marL="1371600" indent="0" rtl="0">
              <a:buFont typeface="Arial"/>
              <a:buNone/>
              <a:defRPr/>
            </a:lvl4pPr>
            <a:lvl5pPr marL="1828800" indent="0" rtl="0">
              <a:buFont typeface="Arial"/>
              <a:buNone/>
              <a:defRPr/>
            </a:lvl5pPr>
            <a:lvl6pPr marL="2286000" indent="0" rtl="0">
              <a:buFont typeface="Arial"/>
              <a:buNone/>
              <a:defRPr/>
            </a:lvl6pPr>
            <a:lvl7pPr marL="2743200" indent="0" rtl="0">
              <a:buFont typeface="Arial"/>
              <a:buNone/>
              <a:defRPr/>
            </a:lvl7pPr>
            <a:lvl8pPr marL="3200400" indent="0" rtl="0">
              <a:buFont typeface="Arial"/>
              <a:buNone/>
              <a:defRPr/>
            </a:lvl8pPr>
            <a:lvl9pPr marL="3657600" indent="0" rtl="0">
              <a:buFont typeface="Arial"/>
              <a:buNone/>
              <a:defRPr/>
            </a:lvl9pPr>
          </a:lstStyle>
          <a:p>
            <a:endParaRPr/>
          </a:p>
        </p:txBody>
      </p:sp>
      <p:sp>
        <p:nvSpPr>
          <p:cNvPr id="30" name="Shape 30"/>
          <p:cNvSpPr txBox="1">
            <a:spLocks noGrp="1"/>
          </p:cNvSpPr>
          <p:nvPr>
            <p:ph type="dt" idx="10"/>
          </p:nvPr>
        </p:nvSpPr>
        <p:spPr>
          <a:xfrm>
            <a:off x="504825" y="6886575"/>
            <a:ext cx="2344737" cy="519112"/>
          </a:xfrm>
          <a:prstGeom prst="rect">
            <a:avLst/>
          </a:prstGeom>
          <a:noFill/>
          <a:ln>
            <a:noFill/>
          </a:ln>
        </p:spPr>
        <p:txBody>
          <a:bodyPr lIns="91425" tIns="91425" rIns="91425" bIns="91425" anchor="t" anchorCtr="0"/>
          <a:lstStyle>
            <a:lvl1pPr marL="0" marR="0" indent="0" algn="l" rtl="0">
              <a:spcBef>
                <a:spcPts val="0"/>
              </a:spcBef>
              <a:defRPr/>
            </a:lvl1pPr>
            <a:lvl2pPr marL="457200" marR="0" indent="0" algn="l" rtl="0">
              <a:defRPr/>
            </a:lvl2pPr>
            <a:lvl3pPr marL="914400" marR="0" indent="0" algn="l" rtl="0">
              <a:defRPr/>
            </a:lvl3pPr>
            <a:lvl4pPr marL="1371600" marR="0" indent="0" algn="l" rtl="0">
              <a:defRPr/>
            </a:lvl4pPr>
            <a:lvl5pPr marL="1828800" marR="0" indent="0" algn="l" rtl="0">
              <a:defRPr/>
            </a:lvl5pPr>
            <a:lvl6pPr marL="2286000" marR="0" indent="0" algn="l" rtl="0">
              <a:defRPr/>
            </a:lvl6pPr>
            <a:lvl7pPr marL="2743200" marR="0" indent="0" algn="l" rtl="0">
              <a:defRPr/>
            </a:lvl7pPr>
            <a:lvl8pPr marL="3200400" marR="0" indent="0" algn="l" rtl="0">
              <a:defRPr/>
            </a:lvl8pPr>
            <a:lvl9pPr marL="3657600" marR="0" indent="0" algn="l" rtl="0">
              <a:defRPr/>
            </a:lvl9pPr>
          </a:lstStyle>
          <a:p>
            <a:endParaRPr/>
          </a:p>
        </p:txBody>
      </p:sp>
      <p:sp>
        <p:nvSpPr>
          <p:cNvPr id="31" name="Shape 31"/>
          <p:cNvSpPr txBox="1">
            <a:spLocks noGrp="1"/>
          </p:cNvSpPr>
          <p:nvPr>
            <p:ph type="ftr" idx="11"/>
          </p:nvPr>
        </p:nvSpPr>
        <p:spPr>
          <a:xfrm>
            <a:off x="3448050" y="6886575"/>
            <a:ext cx="3194049" cy="519112"/>
          </a:xfrm>
          <a:prstGeom prst="rect">
            <a:avLst/>
          </a:prstGeom>
          <a:noFill/>
          <a:ln>
            <a:noFill/>
          </a:ln>
        </p:spPr>
        <p:txBody>
          <a:bodyPr lIns="91425" tIns="91425" rIns="91425" bIns="91425" anchor="t" anchorCtr="0"/>
          <a:lstStyle>
            <a:lvl1pPr marL="0" marR="0" indent="0" algn="l" rtl="0">
              <a:spcBef>
                <a:spcPts val="0"/>
              </a:spcBef>
              <a:defRPr/>
            </a:lvl1pPr>
            <a:lvl2pPr marL="457200" marR="0" indent="0" algn="l" rtl="0">
              <a:defRPr/>
            </a:lvl2pPr>
            <a:lvl3pPr marL="914400" marR="0" indent="0" algn="l" rtl="0">
              <a:defRPr/>
            </a:lvl3pPr>
            <a:lvl4pPr marL="1371600" marR="0" indent="0" algn="l" rtl="0">
              <a:defRPr/>
            </a:lvl4pPr>
            <a:lvl5pPr marL="1828800" marR="0" indent="0" algn="l" rtl="0">
              <a:defRPr/>
            </a:lvl5pPr>
            <a:lvl6pPr marL="2286000" marR="0" indent="0" algn="l" rtl="0">
              <a:defRPr/>
            </a:lvl6pPr>
            <a:lvl7pPr marL="2743200" marR="0" indent="0" algn="l" rtl="0">
              <a:defRPr/>
            </a:lvl7pPr>
            <a:lvl8pPr marL="3200400" marR="0" indent="0" algn="l" rtl="0">
              <a:defRPr/>
            </a:lvl8pPr>
            <a:lvl9pPr marL="3657600" marR="0" indent="0" algn="l" rtl="0">
              <a:defRPr/>
            </a:lvl9pPr>
          </a:lstStyle>
          <a:p>
            <a:endParaRPr/>
          </a:p>
        </p:txBody>
      </p:sp>
      <p:sp>
        <p:nvSpPr>
          <p:cNvPr id="32" name="Shape 32"/>
          <p:cNvSpPr txBox="1">
            <a:spLocks noGrp="1"/>
          </p:cNvSpPr>
          <p:nvPr>
            <p:ph type="sldNum" idx="12"/>
          </p:nvPr>
        </p:nvSpPr>
        <p:spPr>
          <a:xfrm>
            <a:off x="7227888" y="6886575"/>
            <a:ext cx="2346324" cy="519112"/>
          </a:xfrm>
          <a:prstGeom prst="rect">
            <a:avLst/>
          </a:prstGeom>
          <a:noFill/>
          <a:ln>
            <a:noFill/>
          </a:ln>
        </p:spPr>
        <p:txBody>
          <a:bodyPr lIns="91425" tIns="91425" rIns="91425" bIns="91425" anchor="t" anchorCtr="0"/>
          <a:lstStyle>
            <a:lvl1pPr marL="0" marR="0" indent="0" algn="r" rtl="0">
              <a:spcBef>
                <a:spcPts val="0"/>
              </a:spcBef>
              <a:defRPr/>
            </a:lvl1pPr>
            <a:lvl2pPr marL="457200" marR="0" indent="0" algn="l" rtl="0">
              <a:defRPr/>
            </a:lvl2pPr>
            <a:lvl3pPr marL="914400" marR="0" indent="0" algn="l" rtl="0">
              <a:defRPr/>
            </a:lvl3pPr>
            <a:lvl4pPr marL="1371600" marR="0" indent="0" algn="l" rtl="0">
              <a:defRPr/>
            </a:lvl4pPr>
            <a:lvl5pPr marL="1828800" marR="0" indent="0" algn="l" rtl="0">
              <a:defRPr/>
            </a:lvl5pPr>
            <a:lvl6pPr marL="2286000" marR="0" indent="0" algn="l" rtl="0">
              <a:defRPr/>
            </a:lvl6pPr>
            <a:lvl7pPr marL="2743200" marR="0" indent="0" algn="l" rtl="0">
              <a:defRPr/>
            </a:lvl7pPr>
            <a:lvl8pPr marL="3200400" marR="0" indent="0" algn="l" rtl="0">
              <a:defRPr/>
            </a:lvl8pPr>
            <a:lvl9pPr marL="3657600" marR="0" indent="0" algn="l" rtl="0">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Shape 33"/>
        <p:cNvGrpSpPr/>
        <p:nvPr/>
      </p:nvGrpSpPr>
      <p:grpSpPr>
        <a:xfrm>
          <a:off x="0" y="0"/>
          <a:ext cx="0" cy="0"/>
          <a:chOff x="0" y="0"/>
          <a:chExt cx="0" cy="0"/>
        </a:xfrm>
      </p:grpSpPr>
      <p:sp>
        <p:nvSpPr>
          <p:cNvPr id="34" name="Shape 34"/>
          <p:cNvSpPr txBox="1">
            <a:spLocks noGrp="1"/>
          </p:cNvSpPr>
          <p:nvPr>
            <p:ph type="title"/>
          </p:nvPr>
        </p:nvSpPr>
        <p:spPr>
          <a:xfrm>
            <a:off x="504825" y="301625"/>
            <a:ext cx="9067799" cy="1260474"/>
          </a:xfrm>
          <a:prstGeom prst="rect">
            <a:avLst/>
          </a:prstGeom>
          <a:solidFill>
            <a:srgbClr val="99CC00"/>
          </a:solidFill>
          <a:ln>
            <a:noFill/>
          </a:ln>
        </p:spPr>
        <p:txBody>
          <a:bodyPr lIns="91425" tIns="91425" rIns="91425" bIns="91425" anchor="ctr" anchorCtr="0"/>
          <a:lstStyle>
            <a:lvl1pPr algn="ctr" rtl="0">
              <a:lnSpc>
                <a:spcPct val="93000"/>
              </a:lnSpc>
              <a:spcBef>
                <a:spcPts val="0"/>
              </a:spcBef>
              <a:spcAft>
                <a:spcPts val="0"/>
              </a:spcAft>
              <a:defRPr/>
            </a:lvl1pPr>
            <a:lvl2pPr algn="ctr" rtl="0">
              <a:lnSpc>
                <a:spcPct val="93000"/>
              </a:lnSpc>
              <a:spcBef>
                <a:spcPts val="0"/>
              </a:spcBef>
              <a:spcAft>
                <a:spcPts val="0"/>
              </a:spcAft>
              <a:defRPr/>
            </a:lvl2pPr>
            <a:lvl3pPr algn="ctr" rtl="0">
              <a:lnSpc>
                <a:spcPct val="93000"/>
              </a:lnSpc>
              <a:spcBef>
                <a:spcPts val="0"/>
              </a:spcBef>
              <a:spcAft>
                <a:spcPts val="0"/>
              </a:spcAft>
              <a:defRPr/>
            </a:lvl3pPr>
            <a:lvl4pPr algn="ctr" rtl="0">
              <a:lnSpc>
                <a:spcPct val="93000"/>
              </a:lnSpc>
              <a:spcBef>
                <a:spcPts val="0"/>
              </a:spcBef>
              <a:spcAft>
                <a:spcPts val="0"/>
              </a:spcAft>
              <a:defRPr/>
            </a:lvl4pPr>
            <a:lvl5pPr algn="ctr" rtl="0">
              <a:lnSpc>
                <a:spcPct val="93000"/>
              </a:lnSpc>
              <a:spcBef>
                <a:spcPts val="0"/>
              </a:spcBef>
              <a:spcAft>
                <a:spcPts val="0"/>
              </a:spcAft>
              <a:defRPr/>
            </a:lvl5pPr>
            <a:lvl6pPr marL="2514600" indent="-228600" algn="ctr" rtl="0">
              <a:lnSpc>
                <a:spcPct val="93000"/>
              </a:lnSpc>
              <a:spcBef>
                <a:spcPts val="0"/>
              </a:spcBef>
              <a:spcAft>
                <a:spcPts val="0"/>
              </a:spcAft>
              <a:defRPr/>
            </a:lvl6pPr>
            <a:lvl7pPr marL="2971800" indent="-228600" algn="ctr" rtl="0">
              <a:lnSpc>
                <a:spcPct val="93000"/>
              </a:lnSpc>
              <a:spcBef>
                <a:spcPts val="0"/>
              </a:spcBef>
              <a:spcAft>
                <a:spcPts val="0"/>
              </a:spcAft>
              <a:defRPr/>
            </a:lvl7pPr>
            <a:lvl8pPr marL="3429000" indent="-228600" algn="ctr" rtl="0">
              <a:lnSpc>
                <a:spcPct val="93000"/>
              </a:lnSpc>
              <a:spcBef>
                <a:spcPts val="0"/>
              </a:spcBef>
              <a:spcAft>
                <a:spcPts val="0"/>
              </a:spcAft>
              <a:defRPr/>
            </a:lvl8pPr>
            <a:lvl9pPr marL="3886200" indent="-228600" algn="ctr" rtl="0">
              <a:lnSpc>
                <a:spcPct val="93000"/>
              </a:lnSpc>
              <a:spcBef>
                <a:spcPts val="0"/>
              </a:spcBef>
              <a:spcAft>
                <a:spcPts val="0"/>
              </a:spcAft>
              <a:defRPr/>
            </a:lvl9pPr>
          </a:lstStyle>
          <a:p>
            <a:endParaRPr/>
          </a:p>
        </p:txBody>
      </p:sp>
      <p:sp>
        <p:nvSpPr>
          <p:cNvPr id="35" name="Shape 35"/>
          <p:cNvSpPr txBox="1">
            <a:spLocks noGrp="1"/>
          </p:cNvSpPr>
          <p:nvPr>
            <p:ph type="body" idx="1"/>
          </p:nvPr>
        </p:nvSpPr>
        <p:spPr>
          <a:xfrm>
            <a:off x="504825" y="1768475"/>
            <a:ext cx="4457700" cy="4987924"/>
          </a:xfrm>
          <a:prstGeom prst="rect">
            <a:avLst/>
          </a:prstGeom>
          <a:noFill/>
          <a:ln>
            <a:noFill/>
          </a:ln>
        </p:spPr>
        <p:txBody>
          <a:bodyPr lIns="91425" tIns="91425" rIns="91425" bIns="91425" anchor="t" anchorCtr="0"/>
          <a:lstStyle>
            <a:lvl1pPr rtl="0">
              <a:defRPr/>
            </a:lvl1pPr>
            <a:lvl2pPr rtl="0">
              <a:defRPr/>
            </a:lvl2pPr>
            <a:lvl3pPr rtl="0">
              <a:defRPr/>
            </a:lvl3pPr>
            <a:lvl4pPr rtl="0">
              <a:defRPr/>
            </a:lvl4pPr>
            <a:lvl5pPr rtl="0">
              <a:defRPr/>
            </a:lvl5pPr>
            <a:lvl6pPr rtl="0">
              <a:defRPr/>
            </a:lvl6pPr>
            <a:lvl7pPr rtl="0">
              <a:defRPr/>
            </a:lvl7pPr>
            <a:lvl8pPr rtl="0">
              <a:defRPr/>
            </a:lvl8pPr>
            <a:lvl9pPr rtl="0">
              <a:defRPr/>
            </a:lvl9pPr>
          </a:lstStyle>
          <a:p>
            <a:endParaRPr/>
          </a:p>
        </p:txBody>
      </p:sp>
      <p:sp>
        <p:nvSpPr>
          <p:cNvPr id="36" name="Shape 36"/>
          <p:cNvSpPr txBox="1">
            <a:spLocks noGrp="1"/>
          </p:cNvSpPr>
          <p:nvPr>
            <p:ph type="body" idx="2"/>
          </p:nvPr>
        </p:nvSpPr>
        <p:spPr>
          <a:xfrm>
            <a:off x="5114925" y="1768475"/>
            <a:ext cx="4457700" cy="4987924"/>
          </a:xfrm>
          <a:prstGeom prst="rect">
            <a:avLst/>
          </a:prstGeom>
          <a:noFill/>
          <a:ln>
            <a:noFill/>
          </a:ln>
        </p:spPr>
        <p:txBody>
          <a:bodyPr lIns="91425" tIns="91425" rIns="91425" bIns="91425" anchor="t" anchorCtr="0"/>
          <a:lstStyle>
            <a:lvl1pPr rtl="0">
              <a:defRPr/>
            </a:lvl1pPr>
            <a:lvl2pPr rtl="0">
              <a:defRPr/>
            </a:lvl2pPr>
            <a:lvl3pPr rtl="0">
              <a:defRPr/>
            </a:lvl3pPr>
            <a:lvl4pPr rtl="0">
              <a:defRPr/>
            </a:lvl4pPr>
            <a:lvl5pPr rtl="0">
              <a:defRPr/>
            </a:lvl5pPr>
            <a:lvl6pPr rtl="0">
              <a:defRPr/>
            </a:lvl6pPr>
            <a:lvl7pPr rtl="0">
              <a:defRPr/>
            </a:lvl7pPr>
            <a:lvl8pPr rtl="0">
              <a:defRPr/>
            </a:lvl8pPr>
            <a:lvl9pPr rtl="0">
              <a:defRPr/>
            </a:lvl9pPr>
          </a:lstStyle>
          <a:p>
            <a:endParaRPr/>
          </a:p>
        </p:txBody>
      </p:sp>
      <p:sp>
        <p:nvSpPr>
          <p:cNvPr id="37" name="Shape 37"/>
          <p:cNvSpPr txBox="1">
            <a:spLocks noGrp="1"/>
          </p:cNvSpPr>
          <p:nvPr>
            <p:ph type="dt" idx="10"/>
          </p:nvPr>
        </p:nvSpPr>
        <p:spPr>
          <a:xfrm>
            <a:off x="504825" y="6886575"/>
            <a:ext cx="2344737" cy="519112"/>
          </a:xfrm>
          <a:prstGeom prst="rect">
            <a:avLst/>
          </a:prstGeom>
          <a:noFill/>
          <a:ln>
            <a:noFill/>
          </a:ln>
        </p:spPr>
        <p:txBody>
          <a:bodyPr lIns="91425" tIns="91425" rIns="91425" bIns="91425" anchor="t" anchorCtr="0"/>
          <a:lstStyle>
            <a:lvl1pPr marL="0" marR="0" indent="0" algn="l" rtl="0">
              <a:spcBef>
                <a:spcPts val="0"/>
              </a:spcBef>
              <a:defRPr/>
            </a:lvl1pPr>
            <a:lvl2pPr marL="457200" marR="0" indent="0" algn="l" rtl="0">
              <a:defRPr/>
            </a:lvl2pPr>
            <a:lvl3pPr marL="914400" marR="0" indent="0" algn="l" rtl="0">
              <a:defRPr/>
            </a:lvl3pPr>
            <a:lvl4pPr marL="1371600" marR="0" indent="0" algn="l" rtl="0">
              <a:defRPr/>
            </a:lvl4pPr>
            <a:lvl5pPr marL="1828800" marR="0" indent="0" algn="l" rtl="0">
              <a:defRPr/>
            </a:lvl5pPr>
            <a:lvl6pPr marL="2286000" marR="0" indent="0" algn="l" rtl="0">
              <a:defRPr/>
            </a:lvl6pPr>
            <a:lvl7pPr marL="2743200" marR="0" indent="0" algn="l" rtl="0">
              <a:defRPr/>
            </a:lvl7pPr>
            <a:lvl8pPr marL="3200400" marR="0" indent="0" algn="l" rtl="0">
              <a:defRPr/>
            </a:lvl8pPr>
            <a:lvl9pPr marL="3657600" marR="0" indent="0" algn="l" rtl="0">
              <a:defRPr/>
            </a:lvl9pPr>
          </a:lstStyle>
          <a:p>
            <a:endParaRPr/>
          </a:p>
        </p:txBody>
      </p:sp>
      <p:sp>
        <p:nvSpPr>
          <p:cNvPr id="38" name="Shape 38"/>
          <p:cNvSpPr txBox="1">
            <a:spLocks noGrp="1"/>
          </p:cNvSpPr>
          <p:nvPr>
            <p:ph type="ftr" idx="11"/>
          </p:nvPr>
        </p:nvSpPr>
        <p:spPr>
          <a:xfrm>
            <a:off x="3448050" y="6886575"/>
            <a:ext cx="3194049" cy="519112"/>
          </a:xfrm>
          <a:prstGeom prst="rect">
            <a:avLst/>
          </a:prstGeom>
          <a:noFill/>
          <a:ln>
            <a:noFill/>
          </a:ln>
        </p:spPr>
        <p:txBody>
          <a:bodyPr lIns="91425" tIns="91425" rIns="91425" bIns="91425" anchor="t" anchorCtr="0"/>
          <a:lstStyle>
            <a:lvl1pPr marL="0" marR="0" indent="0" algn="l" rtl="0">
              <a:spcBef>
                <a:spcPts val="0"/>
              </a:spcBef>
              <a:defRPr/>
            </a:lvl1pPr>
            <a:lvl2pPr marL="457200" marR="0" indent="0" algn="l" rtl="0">
              <a:defRPr/>
            </a:lvl2pPr>
            <a:lvl3pPr marL="914400" marR="0" indent="0" algn="l" rtl="0">
              <a:defRPr/>
            </a:lvl3pPr>
            <a:lvl4pPr marL="1371600" marR="0" indent="0" algn="l" rtl="0">
              <a:defRPr/>
            </a:lvl4pPr>
            <a:lvl5pPr marL="1828800" marR="0" indent="0" algn="l" rtl="0">
              <a:defRPr/>
            </a:lvl5pPr>
            <a:lvl6pPr marL="2286000" marR="0" indent="0" algn="l" rtl="0">
              <a:defRPr/>
            </a:lvl6pPr>
            <a:lvl7pPr marL="2743200" marR="0" indent="0" algn="l" rtl="0">
              <a:defRPr/>
            </a:lvl7pPr>
            <a:lvl8pPr marL="3200400" marR="0" indent="0" algn="l" rtl="0">
              <a:defRPr/>
            </a:lvl8pPr>
            <a:lvl9pPr marL="3657600" marR="0" indent="0" algn="l" rtl="0">
              <a:defRPr/>
            </a:lvl9pPr>
          </a:lstStyle>
          <a:p>
            <a:endParaRPr/>
          </a:p>
        </p:txBody>
      </p:sp>
      <p:sp>
        <p:nvSpPr>
          <p:cNvPr id="39" name="Shape 39"/>
          <p:cNvSpPr txBox="1">
            <a:spLocks noGrp="1"/>
          </p:cNvSpPr>
          <p:nvPr>
            <p:ph type="sldNum" idx="12"/>
          </p:nvPr>
        </p:nvSpPr>
        <p:spPr>
          <a:xfrm>
            <a:off x="7227888" y="6886575"/>
            <a:ext cx="2346324" cy="519112"/>
          </a:xfrm>
          <a:prstGeom prst="rect">
            <a:avLst/>
          </a:prstGeom>
          <a:noFill/>
          <a:ln>
            <a:noFill/>
          </a:ln>
        </p:spPr>
        <p:txBody>
          <a:bodyPr lIns="91425" tIns="91425" rIns="91425" bIns="91425" anchor="t" anchorCtr="0"/>
          <a:lstStyle>
            <a:lvl1pPr marL="0" marR="0" indent="0" algn="r" rtl="0">
              <a:spcBef>
                <a:spcPts val="0"/>
              </a:spcBef>
              <a:defRPr/>
            </a:lvl1pPr>
            <a:lvl2pPr marL="457200" marR="0" indent="0" algn="l" rtl="0">
              <a:defRPr/>
            </a:lvl2pPr>
            <a:lvl3pPr marL="914400" marR="0" indent="0" algn="l" rtl="0">
              <a:defRPr/>
            </a:lvl3pPr>
            <a:lvl4pPr marL="1371600" marR="0" indent="0" algn="l" rtl="0">
              <a:defRPr/>
            </a:lvl4pPr>
            <a:lvl5pPr marL="1828800" marR="0" indent="0" algn="l" rtl="0">
              <a:defRPr/>
            </a:lvl5pPr>
            <a:lvl6pPr marL="2286000" marR="0" indent="0" algn="l" rtl="0">
              <a:defRPr/>
            </a:lvl6pPr>
            <a:lvl7pPr marL="2743200" marR="0" indent="0" algn="l" rtl="0">
              <a:defRPr/>
            </a:lvl7pPr>
            <a:lvl8pPr marL="3200400" marR="0" indent="0" algn="l" rtl="0">
              <a:defRPr/>
            </a:lvl8pPr>
            <a:lvl9pPr marL="3657600" marR="0" indent="0" algn="l" rtl="0">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Shape 40"/>
        <p:cNvGrpSpPr/>
        <p:nvPr/>
      </p:nvGrpSpPr>
      <p:grpSpPr>
        <a:xfrm>
          <a:off x="0" y="0"/>
          <a:ext cx="0" cy="0"/>
          <a:chOff x="0" y="0"/>
          <a:chExt cx="0" cy="0"/>
        </a:xfrm>
      </p:grpSpPr>
      <p:sp>
        <p:nvSpPr>
          <p:cNvPr id="41" name="Shape 41"/>
          <p:cNvSpPr txBox="1">
            <a:spLocks noGrp="1"/>
          </p:cNvSpPr>
          <p:nvPr>
            <p:ph type="title"/>
          </p:nvPr>
        </p:nvSpPr>
        <p:spPr>
          <a:xfrm>
            <a:off x="504825" y="303212"/>
            <a:ext cx="9072562" cy="1258887"/>
          </a:xfrm>
          <a:prstGeom prst="rect">
            <a:avLst/>
          </a:prstGeom>
          <a:solidFill>
            <a:srgbClr val="99CC00"/>
          </a:solidFill>
          <a:ln>
            <a:noFill/>
          </a:ln>
        </p:spPr>
        <p:txBody>
          <a:bodyPr lIns="91425" tIns="91425" rIns="91425" bIns="91425" anchor="ctr" anchorCtr="0"/>
          <a:lstStyle>
            <a:lvl1pPr rtl="0">
              <a:defRPr/>
            </a:lvl1pPr>
            <a:lvl2pPr rtl="0">
              <a:defRPr/>
            </a:lvl2pPr>
            <a:lvl3pPr rtl="0">
              <a:defRPr/>
            </a:lvl3pPr>
            <a:lvl4pPr rtl="0">
              <a:defRPr/>
            </a:lvl4pPr>
            <a:lvl5pPr rtl="0">
              <a:defRPr/>
            </a:lvl5pPr>
            <a:lvl6pPr rtl="0">
              <a:defRPr/>
            </a:lvl6pPr>
            <a:lvl7pPr rtl="0">
              <a:defRPr/>
            </a:lvl7pPr>
            <a:lvl8pPr rtl="0">
              <a:defRPr/>
            </a:lvl8pPr>
            <a:lvl9pPr rtl="0">
              <a:defRPr/>
            </a:lvl9pPr>
          </a:lstStyle>
          <a:p>
            <a:endParaRPr/>
          </a:p>
        </p:txBody>
      </p:sp>
      <p:sp>
        <p:nvSpPr>
          <p:cNvPr id="42" name="Shape 42"/>
          <p:cNvSpPr txBox="1">
            <a:spLocks noGrp="1"/>
          </p:cNvSpPr>
          <p:nvPr>
            <p:ph type="body" idx="1"/>
          </p:nvPr>
        </p:nvSpPr>
        <p:spPr>
          <a:xfrm>
            <a:off x="504825" y="1692275"/>
            <a:ext cx="4452937" cy="704850"/>
          </a:xfrm>
          <a:prstGeom prst="rect">
            <a:avLst/>
          </a:prstGeom>
          <a:noFill/>
          <a:ln>
            <a:noFill/>
          </a:ln>
        </p:spPr>
        <p:txBody>
          <a:bodyPr lIns="91425" tIns="91425" rIns="91425" bIns="91425" anchor="b" anchorCtr="0"/>
          <a:lstStyle>
            <a:lvl1pPr marL="0" indent="0" rtl="0">
              <a:buFont typeface="Arial"/>
              <a:buNone/>
              <a:defRPr/>
            </a:lvl1pPr>
            <a:lvl2pPr marL="457200" indent="0" rtl="0">
              <a:buFont typeface="Arial"/>
              <a:buNone/>
              <a:defRPr/>
            </a:lvl2pPr>
            <a:lvl3pPr marL="914400" indent="0" rtl="0">
              <a:buFont typeface="Arial"/>
              <a:buNone/>
              <a:defRPr/>
            </a:lvl3pPr>
            <a:lvl4pPr marL="1371600" indent="0" rtl="0">
              <a:buFont typeface="Arial"/>
              <a:buNone/>
              <a:defRPr/>
            </a:lvl4pPr>
            <a:lvl5pPr marL="1828800" indent="0" rtl="0">
              <a:buFont typeface="Arial"/>
              <a:buNone/>
              <a:defRPr/>
            </a:lvl5pPr>
            <a:lvl6pPr marL="2286000" indent="0" rtl="0">
              <a:buFont typeface="Arial"/>
              <a:buNone/>
              <a:defRPr/>
            </a:lvl6pPr>
            <a:lvl7pPr marL="2743200" indent="0" rtl="0">
              <a:buFont typeface="Arial"/>
              <a:buNone/>
              <a:defRPr/>
            </a:lvl7pPr>
            <a:lvl8pPr marL="3200400" indent="0" rtl="0">
              <a:buFont typeface="Arial"/>
              <a:buNone/>
              <a:defRPr/>
            </a:lvl8pPr>
            <a:lvl9pPr marL="3657600" indent="0" rtl="0">
              <a:buFont typeface="Arial"/>
              <a:buNone/>
              <a:defRPr/>
            </a:lvl9pPr>
          </a:lstStyle>
          <a:p>
            <a:endParaRPr/>
          </a:p>
        </p:txBody>
      </p:sp>
      <p:sp>
        <p:nvSpPr>
          <p:cNvPr id="43" name="Shape 43"/>
          <p:cNvSpPr txBox="1">
            <a:spLocks noGrp="1"/>
          </p:cNvSpPr>
          <p:nvPr>
            <p:ph type="body" idx="2"/>
          </p:nvPr>
        </p:nvSpPr>
        <p:spPr>
          <a:xfrm>
            <a:off x="504825" y="2397125"/>
            <a:ext cx="4452937" cy="4356099"/>
          </a:xfrm>
          <a:prstGeom prst="rect">
            <a:avLst/>
          </a:prstGeom>
          <a:noFill/>
          <a:ln>
            <a:noFill/>
          </a:ln>
        </p:spPr>
        <p:txBody>
          <a:bodyPr lIns="91425" tIns="91425" rIns="91425" bIns="91425" anchor="t" anchorCtr="0"/>
          <a:lstStyle>
            <a:lvl1pPr rtl="0">
              <a:defRPr/>
            </a:lvl1pPr>
            <a:lvl2pPr rtl="0">
              <a:defRPr/>
            </a:lvl2pPr>
            <a:lvl3pPr rtl="0">
              <a:defRPr/>
            </a:lvl3pPr>
            <a:lvl4pPr rtl="0">
              <a:defRPr/>
            </a:lvl4pPr>
            <a:lvl5pPr rtl="0">
              <a:defRPr/>
            </a:lvl5pPr>
            <a:lvl6pPr rtl="0">
              <a:defRPr/>
            </a:lvl6pPr>
            <a:lvl7pPr rtl="0">
              <a:defRPr/>
            </a:lvl7pPr>
            <a:lvl8pPr rtl="0">
              <a:defRPr/>
            </a:lvl8pPr>
            <a:lvl9pPr rtl="0">
              <a:defRPr/>
            </a:lvl9pPr>
          </a:lstStyle>
          <a:p>
            <a:endParaRPr/>
          </a:p>
        </p:txBody>
      </p:sp>
      <p:sp>
        <p:nvSpPr>
          <p:cNvPr id="44" name="Shape 44"/>
          <p:cNvSpPr txBox="1">
            <a:spLocks noGrp="1"/>
          </p:cNvSpPr>
          <p:nvPr>
            <p:ph type="body" idx="3"/>
          </p:nvPr>
        </p:nvSpPr>
        <p:spPr>
          <a:xfrm>
            <a:off x="5121275" y="1692275"/>
            <a:ext cx="4456112" cy="704850"/>
          </a:xfrm>
          <a:prstGeom prst="rect">
            <a:avLst/>
          </a:prstGeom>
          <a:noFill/>
          <a:ln>
            <a:noFill/>
          </a:ln>
        </p:spPr>
        <p:txBody>
          <a:bodyPr lIns="91425" tIns="91425" rIns="91425" bIns="91425" anchor="b" anchorCtr="0"/>
          <a:lstStyle>
            <a:lvl1pPr marL="0" indent="0" rtl="0">
              <a:buFont typeface="Arial"/>
              <a:buNone/>
              <a:defRPr/>
            </a:lvl1pPr>
            <a:lvl2pPr marL="457200" indent="0" rtl="0">
              <a:buFont typeface="Arial"/>
              <a:buNone/>
              <a:defRPr/>
            </a:lvl2pPr>
            <a:lvl3pPr marL="914400" indent="0" rtl="0">
              <a:buFont typeface="Arial"/>
              <a:buNone/>
              <a:defRPr/>
            </a:lvl3pPr>
            <a:lvl4pPr marL="1371600" indent="0" rtl="0">
              <a:buFont typeface="Arial"/>
              <a:buNone/>
              <a:defRPr/>
            </a:lvl4pPr>
            <a:lvl5pPr marL="1828800" indent="0" rtl="0">
              <a:buFont typeface="Arial"/>
              <a:buNone/>
              <a:defRPr/>
            </a:lvl5pPr>
            <a:lvl6pPr marL="2286000" indent="0" rtl="0">
              <a:buFont typeface="Arial"/>
              <a:buNone/>
              <a:defRPr/>
            </a:lvl6pPr>
            <a:lvl7pPr marL="2743200" indent="0" rtl="0">
              <a:buFont typeface="Arial"/>
              <a:buNone/>
              <a:defRPr/>
            </a:lvl7pPr>
            <a:lvl8pPr marL="3200400" indent="0" rtl="0">
              <a:buFont typeface="Arial"/>
              <a:buNone/>
              <a:defRPr/>
            </a:lvl8pPr>
            <a:lvl9pPr marL="3657600" indent="0" rtl="0">
              <a:buFont typeface="Arial"/>
              <a:buNone/>
              <a:defRPr/>
            </a:lvl9pPr>
          </a:lstStyle>
          <a:p>
            <a:endParaRPr/>
          </a:p>
        </p:txBody>
      </p:sp>
      <p:sp>
        <p:nvSpPr>
          <p:cNvPr id="45" name="Shape 45"/>
          <p:cNvSpPr txBox="1">
            <a:spLocks noGrp="1"/>
          </p:cNvSpPr>
          <p:nvPr>
            <p:ph type="body" idx="4"/>
          </p:nvPr>
        </p:nvSpPr>
        <p:spPr>
          <a:xfrm>
            <a:off x="5121275" y="2397125"/>
            <a:ext cx="4456112" cy="4356099"/>
          </a:xfrm>
          <a:prstGeom prst="rect">
            <a:avLst/>
          </a:prstGeom>
          <a:noFill/>
          <a:ln>
            <a:noFill/>
          </a:ln>
        </p:spPr>
        <p:txBody>
          <a:bodyPr lIns="91425" tIns="91425" rIns="91425" bIns="91425" anchor="t" anchorCtr="0"/>
          <a:lstStyle>
            <a:lvl1pPr rtl="0">
              <a:defRPr/>
            </a:lvl1pPr>
            <a:lvl2pPr rtl="0">
              <a:defRPr/>
            </a:lvl2pPr>
            <a:lvl3pPr rtl="0">
              <a:defRPr/>
            </a:lvl3pPr>
            <a:lvl4pPr rtl="0">
              <a:defRPr/>
            </a:lvl4pPr>
            <a:lvl5pPr rtl="0">
              <a:defRPr/>
            </a:lvl5pPr>
            <a:lvl6pPr rtl="0">
              <a:defRPr/>
            </a:lvl6pPr>
            <a:lvl7pPr rtl="0">
              <a:defRPr/>
            </a:lvl7pPr>
            <a:lvl8pPr rtl="0">
              <a:defRPr/>
            </a:lvl8pPr>
            <a:lvl9pPr rtl="0">
              <a:defRPr/>
            </a:lvl9pPr>
          </a:lstStyle>
          <a:p>
            <a:endParaRPr/>
          </a:p>
        </p:txBody>
      </p:sp>
      <p:sp>
        <p:nvSpPr>
          <p:cNvPr id="46" name="Shape 46"/>
          <p:cNvSpPr txBox="1">
            <a:spLocks noGrp="1"/>
          </p:cNvSpPr>
          <p:nvPr>
            <p:ph type="dt" idx="10"/>
          </p:nvPr>
        </p:nvSpPr>
        <p:spPr>
          <a:xfrm>
            <a:off x="504825" y="6886575"/>
            <a:ext cx="2344737" cy="519112"/>
          </a:xfrm>
          <a:prstGeom prst="rect">
            <a:avLst/>
          </a:prstGeom>
          <a:noFill/>
          <a:ln>
            <a:noFill/>
          </a:ln>
        </p:spPr>
        <p:txBody>
          <a:bodyPr lIns="91425" tIns="91425" rIns="91425" bIns="91425" anchor="t" anchorCtr="0"/>
          <a:lstStyle>
            <a:lvl1pPr marL="0" marR="0" indent="0" algn="l" rtl="0">
              <a:spcBef>
                <a:spcPts val="0"/>
              </a:spcBef>
              <a:defRPr/>
            </a:lvl1pPr>
            <a:lvl2pPr marL="457200" marR="0" indent="0" algn="l" rtl="0">
              <a:defRPr/>
            </a:lvl2pPr>
            <a:lvl3pPr marL="914400" marR="0" indent="0" algn="l" rtl="0">
              <a:defRPr/>
            </a:lvl3pPr>
            <a:lvl4pPr marL="1371600" marR="0" indent="0" algn="l" rtl="0">
              <a:defRPr/>
            </a:lvl4pPr>
            <a:lvl5pPr marL="1828800" marR="0" indent="0" algn="l" rtl="0">
              <a:defRPr/>
            </a:lvl5pPr>
            <a:lvl6pPr marL="2286000" marR="0" indent="0" algn="l" rtl="0">
              <a:defRPr/>
            </a:lvl6pPr>
            <a:lvl7pPr marL="2743200" marR="0" indent="0" algn="l" rtl="0">
              <a:defRPr/>
            </a:lvl7pPr>
            <a:lvl8pPr marL="3200400" marR="0" indent="0" algn="l" rtl="0">
              <a:defRPr/>
            </a:lvl8pPr>
            <a:lvl9pPr marL="3657600" marR="0" indent="0" algn="l" rtl="0">
              <a:defRPr/>
            </a:lvl9pPr>
          </a:lstStyle>
          <a:p>
            <a:endParaRPr/>
          </a:p>
        </p:txBody>
      </p:sp>
      <p:sp>
        <p:nvSpPr>
          <p:cNvPr id="47" name="Shape 47"/>
          <p:cNvSpPr txBox="1">
            <a:spLocks noGrp="1"/>
          </p:cNvSpPr>
          <p:nvPr>
            <p:ph type="ftr" idx="11"/>
          </p:nvPr>
        </p:nvSpPr>
        <p:spPr>
          <a:xfrm>
            <a:off x="3448050" y="6886575"/>
            <a:ext cx="3194049" cy="519112"/>
          </a:xfrm>
          <a:prstGeom prst="rect">
            <a:avLst/>
          </a:prstGeom>
          <a:noFill/>
          <a:ln>
            <a:noFill/>
          </a:ln>
        </p:spPr>
        <p:txBody>
          <a:bodyPr lIns="91425" tIns="91425" rIns="91425" bIns="91425" anchor="t" anchorCtr="0"/>
          <a:lstStyle>
            <a:lvl1pPr marL="0" marR="0" indent="0" algn="l" rtl="0">
              <a:spcBef>
                <a:spcPts val="0"/>
              </a:spcBef>
              <a:defRPr/>
            </a:lvl1pPr>
            <a:lvl2pPr marL="457200" marR="0" indent="0" algn="l" rtl="0">
              <a:defRPr/>
            </a:lvl2pPr>
            <a:lvl3pPr marL="914400" marR="0" indent="0" algn="l" rtl="0">
              <a:defRPr/>
            </a:lvl3pPr>
            <a:lvl4pPr marL="1371600" marR="0" indent="0" algn="l" rtl="0">
              <a:defRPr/>
            </a:lvl4pPr>
            <a:lvl5pPr marL="1828800" marR="0" indent="0" algn="l" rtl="0">
              <a:defRPr/>
            </a:lvl5pPr>
            <a:lvl6pPr marL="2286000" marR="0" indent="0" algn="l" rtl="0">
              <a:defRPr/>
            </a:lvl6pPr>
            <a:lvl7pPr marL="2743200" marR="0" indent="0" algn="l" rtl="0">
              <a:defRPr/>
            </a:lvl7pPr>
            <a:lvl8pPr marL="3200400" marR="0" indent="0" algn="l" rtl="0">
              <a:defRPr/>
            </a:lvl8pPr>
            <a:lvl9pPr marL="3657600" marR="0" indent="0" algn="l" rtl="0">
              <a:defRPr/>
            </a:lvl9pPr>
          </a:lstStyle>
          <a:p>
            <a:endParaRPr/>
          </a:p>
        </p:txBody>
      </p:sp>
      <p:sp>
        <p:nvSpPr>
          <p:cNvPr id="48" name="Shape 48"/>
          <p:cNvSpPr txBox="1">
            <a:spLocks noGrp="1"/>
          </p:cNvSpPr>
          <p:nvPr>
            <p:ph type="sldNum" idx="12"/>
          </p:nvPr>
        </p:nvSpPr>
        <p:spPr>
          <a:xfrm>
            <a:off x="7227888" y="6886575"/>
            <a:ext cx="2346324" cy="519112"/>
          </a:xfrm>
          <a:prstGeom prst="rect">
            <a:avLst/>
          </a:prstGeom>
          <a:noFill/>
          <a:ln>
            <a:noFill/>
          </a:ln>
        </p:spPr>
        <p:txBody>
          <a:bodyPr lIns="91425" tIns="91425" rIns="91425" bIns="91425" anchor="t" anchorCtr="0"/>
          <a:lstStyle>
            <a:lvl1pPr marL="0" marR="0" indent="0" algn="r" rtl="0">
              <a:spcBef>
                <a:spcPts val="0"/>
              </a:spcBef>
              <a:defRPr/>
            </a:lvl1pPr>
            <a:lvl2pPr marL="457200" marR="0" indent="0" algn="l" rtl="0">
              <a:defRPr/>
            </a:lvl2pPr>
            <a:lvl3pPr marL="914400" marR="0" indent="0" algn="l" rtl="0">
              <a:defRPr/>
            </a:lvl3pPr>
            <a:lvl4pPr marL="1371600" marR="0" indent="0" algn="l" rtl="0">
              <a:defRPr/>
            </a:lvl4pPr>
            <a:lvl5pPr marL="1828800" marR="0" indent="0" algn="l" rtl="0">
              <a:defRPr/>
            </a:lvl5pPr>
            <a:lvl6pPr marL="2286000" marR="0" indent="0" algn="l" rtl="0">
              <a:defRPr/>
            </a:lvl6pPr>
            <a:lvl7pPr marL="2743200" marR="0" indent="0" algn="l" rtl="0">
              <a:defRPr/>
            </a:lvl7pPr>
            <a:lvl8pPr marL="3200400" marR="0" indent="0" algn="l" rtl="0">
              <a:defRPr/>
            </a:lvl8pPr>
            <a:lvl9pPr marL="3657600" marR="0" indent="0" algn="l" rtl="0">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49"/>
        <p:cNvGrpSpPr/>
        <p:nvPr/>
      </p:nvGrpSpPr>
      <p:grpSpPr>
        <a:xfrm>
          <a:off x="0" y="0"/>
          <a:ext cx="0" cy="0"/>
          <a:chOff x="0" y="0"/>
          <a:chExt cx="0" cy="0"/>
        </a:xfrm>
      </p:grpSpPr>
      <p:sp>
        <p:nvSpPr>
          <p:cNvPr id="50" name="Shape 50"/>
          <p:cNvSpPr txBox="1">
            <a:spLocks noGrp="1"/>
          </p:cNvSpPr>
          <p:nvPr>
            <p:ph type="title"/>
          </p:nvPr>
        </p:nvSpPr>
        <p:spPr>
          <a:xfrm>
            <a:off x="504825" y="301625"/>
            <a:ext cx="9067799" cy="1260474"/>
          </a:xfrm>
          <a:prstGeom prst="rect">
            <a:avLst/>
          </a:prstGeom>
          <a:solidFill>
            <a:srgbClr val="99CC00"/>
          </a:solidFill>
          <a:ln>
            <a:noFill/>
          </a:ln>
        </p:spPr>
        <p:txBody>
          <a:bodyPr lIns="91425" tIns="91425" rIns="91425" bIns="91425" anchor="ctr" anchorCtr="0"/>
          <a:lstStyle>
            <a:lvl1pPr algn="ctr" rtl="0">
              <a:lnSpc>
                <a:spcPct val="93000"/>
              </a:lnSpc>
              <a:spcBef>
                <a:spcPts val="0"/>
              </a:spcBef>
              <a:spcAft>
                <a:spcPts val="0"/>
              </a:spcAft>
              <a:defRPr/>
            </a:lvl1pPr>
            <a:lvl2pPr algn="ctr" rtl="0">
              <a:lnSpc>
                <a:spcPct val="93000"/>
              </a:lnSpc>
              <a:spcBef>
                <a:spcPts val="0"/>
              </a:spcBef>
              <a:spcAft>
                <a:spcPts val="0"/>
              </a:spcAft>
              <a:defRPr/>
            </a:lvl2pPr>
            <a:lvl3pPr algn="ctr" rtl="0">
              <a:lnSpc>
                <a:spcPct val="93000"/>
              </a:lnSpc>
              <a:spcBef>
                <a:spcPts val="0"/>
              </a:spcBef>
              <a:spcAft>
                <a:spcPts val="0"/>
              </a:spcAft>
              <a:defRPr/>
            </a:lvl3pPr>
            <a:lvl4pPr algn="ctr" rtl="0">
              <a:lnSpc>
                <a:spcPct val="93000"/>
              </a:lnSpc>
              <a:spcBef>
                <a:spcPts val="0"/>
              </a:spcBef>
              <a:spcAft>
                <a:spcPts val="0"/>
              </a:spcAft>
              <a:defRPr/>
            </a:lvl4pPr>
            <a:lvl5pPr algn="ctr" rtl="0">
              <a:lnSpc>
                <a:spcPct val="93000"/>
              </a:lnSpc>
              <a:spcBef>
                <a:spcPts val="0"/>
              </a:spcBef>
              <a:spcAft>
                <a:spcPts val="0"/>
              </a:spcAft>
              <a:defRPr/>
            </a:lvl5pPr>
            <a:lvl6pPr marL="2514600" indent="-228600" algn="ctr" rtl="0">
              <a:lnSpc>
                <a:spcPct val="93000"/>
              </a:lnSpc>
              <a:spcBef>
                <a:spcPts val="0"/>
              </a:spcBef>
              <a:spcAft>
                <a:spcPts val="0"/>
              </a:spcAft>
              <a:defRPr/>
            </a:lvl6pPr>
            <a:lvl7pPr marL="2971800" indent="-228600" algn="ctr" rtl="0">
              <a:lnSpc>
                <a:spcPct val="93000"/>
              </a:lnSpc>
              <a:spcBef>
                <a:spcPts val="0"/>
              </a:spcBef>
              <a:spcAft>
                <a:spcPts val="0"/>
              </a:spcAft>
              <a:defRPr/>
            </a:lvl7pPr>
            <a:lvl8pPr marL="3429000" indent="-228600" algn="ctr" rtl="0">
              <a:lnSpc>
                <a:spcPct val="93000"/>
              </a:lnSpc>
              <a:spcBef>
                <a:spcPts val="0"/>
              </a:spcBef>
              <a:spcAft>
                <a:spcPts val="0"/>
              </a:spcAft>
              <a:defRPr/>
            </a:lvl8pPr>
            <a:lvl9pPr marL="3886200" indent="-228600" algn="ctr" rtl="0">
              <a:lnSpc>
                <a:spcPct val="93000"/>
              </a:lnSpc>
              <a:spcBef>
                <a:spcPts val="0"/>
              </a:spcBef>
              <a:spcAft>
                <a:spcPts val="0"/>
              </a:spcAft>
              <a:defRPr/>
            </a:lvl9pPr>
          </a:lstStyle>
          <a:p>
            <a:endParaRPr/>
          </a:p>
        </p:txBody>
      </p:sp>
      <p:sp>
        <p:nvSpPr>
          <p:cNvPr id="51" name="Shape 51"/>
          <p:cNvSpPr txBox="1">
            <a:spLocks noGrp="1"/>
          </p:cNvSpPr>
          <p:nvPr>
            <p:ph type="dt" idx="10"/>
          </p:nvPr>
        </p:nvSpPr>
        <p:spPr>
          <a:xfrm>
            <a:off x="504825" y="6886575"/>
            <a:ext cx="2344737" cy="519112"/>
          </a:xfrm>
          <a:prstGeom prst="rect">
            <a:avLst/>
          </a:prstGeom>
          <a:noFill/>
          <a:ln>
            <a:noFill/>
          </a:ln>
        </p:spPr>
        <p:txBody>
          <a:bodyPr lIns="91425" tIns="91425" rIns="91425" bIns="91425" anchor="t" anchorCtr="0"/>
          <a:lstStyle>
            <a:lvl1pPr marL="0" marR="0" indent="0" algn="l" rtl="0">
              <a:spcBef>
                <a:spcPts val="0"/>
              </a:spcBef>
              <a:defRPr/>
            </a:lvl1pPr>
            <a:lvl2pPr marL="457200" marR="0" indent="0" algn="l" rtl="0">
              <a:defRPr/>
            </a:lvl2pPr>
            <a:lvl3pPr marL="914400" marR="0" indent="0" algn="l" rtl="0">
              <a:defRPr/>
            </a:lvl3pPr>
            <a:lvl4pPr marL="1371600" marR="0" indent="0" algn="l" rtl="0">
              <a:defRPr/>
            </a:lvl4pPr>
            <a:lvl5pPr marL="1828800" marR="0" indent="0" algn="l" rtl="0">
              <a:defRPr/>
            </a:lvl5pPr>
            <a:lvl6pPr marL="2286000" marR="0" indent="0" algn="l" rtl="0">
              <a:defRPr/>
            </a:lvl6pPr>
            <a:lvl7pPr marL="2743200" marR="0" indent="0" algn="l" rtl="0">
              <a:defRPr/>
            </a:lvl7pPr>
            <a:lvl8pPr marL="3200400" marR="0" indent="0" algn="l" rtl="0">
              <a:defRPr/>
            </a:lvl8pPr>
            <a:lvl9pPr marL="3657600" marR="0" indent="0" algn="l" rtl="0">
              <a:defRPr/>
            </a:lvl9pPr>
          </a:lstStyle>
          <a:p>
            <a:endParaRPr/>
          </a:p>
        </p:txBody>
      </p:sp>
      <p:sp>
        <p:nvSpPr>
          <p:cNvPr id="52" name="Shape 52"/>
          <p:cNvSpPr txBox="1">
            <a:spLocks noGrp="1"/>
          </p:cNvSpPr>
          <p:nvPr>
            <p:ph type="ftr" idx="11"/>
          </p:nvPr>
        </p:nvSpPr>
        <p:spPr>
          <a:xfrm>
            <a:off x="3448050" y="6886575"/>
            <a:ext cx="3194049" cy="519112"/>
          </a:xfrm>
          <a:prstGeom prst="rect">
            <a:avLst/>
          </a:prstGeom>
          <a:noFill/>
          <a:ln>
            <a:noFill/>
          </a:ln>
        </p:spPr>
        <p:txBody>
          <a:bodyPr lIns="91425" tIns="91425" rIns="91425" bIns="91425" anchor="t" anchorCtr="0"/>
          <a:lstStyle>
            <a:lvl1pPr marL="0" marR="0" indent="0" algn="l" rtl="0">
              <a:spcBef>
                <a:spcPts val="0"/>
              </a:spcBef>
              <a:defRPr/>
            </a:lvl1pPr>
            <a:lvl2pPr marL="457200" marR="0" indent="0" algn="l" rtl="0">
              <a:defRPr/>
            </a:lvl2pPr>
            <a:lvl3pPr marL="914400" marR="0" indent="0" algn="l" rtl="0">
              <a:defRPr/>
            </a:lvl3pPr>
            <a:lvl4pPr marL="1371600" marR="0" indent="0" algn="l" rtl="0">
              <a:defRPr/>
            </a:lvl4pPr>
            <a:lvl5pPr marL="1828800" marR="0" indent="0" algn="l" rtl="0">
              <a:defRPr/>
            </a:lvl5pPr>
            <a:lvl6pPr marL="2286000" marR="0" indent="0" algn="l" rtl="0">
              <a:defRPr/>
            </a:lvl6pPr>
            <a:lvl7pPr marL="2743200" marR="0" indent="0" algn="l" rtl="0">
              <a:defRPr/>
            </a:lvl7pPr>
            <a:lvl8pPr marL="3200400" marR="0" indent="0" algn="l" rtl="0">
              <a:defRPr/>
            </a:lvl8pPr>
            <a:lvl9pPr marL="3657600" marR="0" indent="0" algn="l" rtl="0">
              <a:defRPr/>
            </a:lvl9pPr>
          </a:lstStyle>
          <a:p>
            <a:endParaRPr/>
          </a:p>
        </p:txBody>
      </p:sp>
      <p:sp>
        <p:nvSpPr>
          <p:cNvPr id="53" name="Shape 53"/>
          <p:cNvSpPr txBox="1">
            <a:spLocks noGrp="1"/>
          </p:cNvSpPr>
          <p:nvPr>
            <p:ph type="sldNum" idx="12"/>
          </p:nvPr>
        </p:nvSpPr>
        <p:spPr>
          <a:xfrm>
            <a:off x="7227888" y="6886575"/>
            <a:ext cx="2346324" cy="519112"/>
          </a:xfrm>
          <a:prstGeom prst="rect">
            <a:avLst/>
          </a:prstGeom>
          <a:noFill/>
          <a:ln>
            <a:noFill/>
          </a:ln>
        </p:spPr>
        <p:txBody>
          <a:bodyPr lIns="91425" tIns="91425" rIns="91425" bIns="91425" anchor="t" anchorCtr="0"/>
          <a:lstStyle>
            <a:lvl1pPr marL="0" marR="0" indent="0" algn="r" rtl="0">
              <a:spcBef>
                <a:spcPts val="0"/>
              </a:spcBef>
              <a:defRPr/>
            </a:lvl1pPr>
            <a:lvl2pPr marL="457200" marR="0" indent="0" algn="l" rtl="0">
              <a:defRPr/>
            </a:lvl2pPr>
            <a:lvl3pPr marL="914400" marR="0" indent="0" algn="l" rtl="0">
              <a:defRPr/>
            </a:lvl3pPr>
            <a:lvl4pPr marL="1371600" marR="0" indent="0" algn="l" rtl="0">
              <a:defRPr/>
            </a:lvl4pPr>
            <a:lvl5pPr marL="1828800" marR="0" indent="0" algn="l" rtl="0">
              <a:defRPr/>
            </a:lvl5pPr>
            <a:lvl6pPr marL="2286000" marR="0" indent="0" algn="l" rtl="0">
              <a:defRPr/>
            </a:lvl6pPr>
            <a:lvl7pPr marL="2743200" marR="0" indent="0" algn="l" rtl="0">
              <a:defRPr/>
            </a:lvl7pPr>
            <a:lvl8pPr marL="3200400" marR="0" indent="0" algn="l" rtl="0">
              <a:defRPr/>
            </a:lvl8pPr>
            <a:lvl9pPr marL="3657600" marR="0" indent="0" algn="l" rtl="0">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54"/>
        <p:cNvGrpSpPr/>
        <p:nvPr/>
      </p:nvGrpSpPr>
      <p:grpSpPr>
        <a:xfrm>
          <a:off x="0" y="0"/>
          <a:ext cx="0" cy="0"/>
          <a:chOff x="0" y="0"/>
          <a:chExt cx="0" cy="0"/>
        </a:xfrm>
      </p:grpSpPr>
      <p:sp>
        <p:nvSpPr>
          <p:cNvPr id="55" name="Shape 55"/>
          <p:cNvSpPr txBox="1">
            <a:spLocks noGrp="1"/>
          </p:cNvSpPr>
          <p:nvPr>
            <p:ph type="dt" idx="10"/>
          </p:nvPr>
        </p:nvSpPr>
        <p:spPr>
          <a:xfrm>
            <a:off x="504825" y="6886575"/>
            <a:ext cx="2344737" cy="519112"/>
          </a:xfrm>
          <a:prstGeom prst="rect">
            <a:avLst/>
          </a:prstGeom>
          <a:noFill/>
          <a:ln>
            <a:noFill/>
          </a:ln>
        </p:spPr>
        <p:txBody>
          <a:bodyPr lIns="91425" tIns="91425" rIns="91425" bIns="91425" anchor="t" anchorCtr="0"/>
          <a:lstStyle>
            <a:lvl1pPr marL="0" marR="0" indent="0" algn="l" rtl="0">
              <a:spcBef>
                <a:spcPts val="0"/>
              </a:spcBef>
              <a:defRPr/>
            </a:lvl1pPr>
            <a:lvl2pPr marL="457200" marR="0" indent="0" algn="l" rtl="0">
              <a:defRPr/>
            </a:lvl2pPr>
            <a:lvl3pPr marL="914400" marR="0" indent="0" algn="l" rtl="0">
              <a:defRPr/>
            </a:lvl3pPr>
            <a:lvl4pPr marL="1371600" marR="0" indent="0" algn="l" rtl="0">
              <a:defRPr/>
            </a:lvl4pPr>
            <a:lvl5pPr marL="1828800" marR="0" indent="0" algn="l" rtl="0">
              <a:defRPr/>
            </a:lvl5pPr>
            <a:lvl6pPr marL="2286000" marR="0" indent="0" algn="l" rtl="0">
              <a:defRPr/>
            </a:lvl6pPr>
            <a:lvl7pPr marL="2743200" marR="0" indent="0" algn="l" rtl="0">
              <a:defRPr/>
            </a:lvl7pPr>
            <a:lvl8pPr marL="3200400" marR="0" indent="0" algn="l" rtl="0">
              <a:defRPr/>
            </a:lvl8pPr>
            <a:lvl9pPr marL="3657600" marR="0" indent="0" algn="l" rtl="0">
              <a:defRPr/>
            </a:lvl9pPr>
          </a:lstStyle>
          <a:p>
            <a:endParaRPr/>
          </a:p>
        </p:txBody>
      </p:sp>
      <p:sp>
        <p:nvSpPr>
          <p:cNvPr id="56" name="Shape 56"/>
          <p:cNvSpPr txBox="1">
            <a:spLocks noGrp="1"/>
          </p:cNvSpPr>
          <p:nvPr>
            <p:ph type="ftr" idx="11"/>
          </p:nvPr>
        </p:nvSpPr>
        <p:spPr>
          <a:xfrm>
            <a:off x="3448050" y="6886575"/>
            <a:ext cx="3194049" cy="519112"/>
          </a:xfrm>
          <a:prstGeom prst="rect">
            <a:avLst/>
          </a:prstGeom>
          <a:noFill/>
          <a:ln>
            <a:noFill/>
          </a:ln>
        </p:spPr>
        <p:txBody>
          <a:bodyPr lIns="91425" tIns="91425" rIns="91425" bIns="91425" anchor="t" anchorCtr="0"/>
          <a:lstStyle>
            <a:lvl1pPr marL="0" marR="0" indent="0" algn="l" rtl="0">
              <a:spcBef>
                <a:spcPts val="0"/>
              </a:spcBef>
              <a:defRPr/>
            </a:lvl1pPr>
            <a:lvl2pPr marL="457200" marR="0" indent="0" algn="l" rtl="0">
              <a:defRPr/>
            </a:lvl2pPr>
            <a:lvl3pPr marL="914400" marR="0" indent="0" algn="l" rtl="0">
              <a:defRPr/>
            </a:lvl3pPr>
            <a:lvl4pPr marL="1371600" marR="0" indent="0" algn="l" rtl="0">
              <a:defRPr/>
            </a:lvl4pPr>
            <a:lvl5pPr marL="1828800" marR="0" indent="0" algn="l" rtl="0">
              <a:defRPr/>
            </a:lvl5pPr>
            <a:lvl6pPr marL="2286000" marR="0" indent="0" algn="l" rtl="0">
              <a:defRPr/>
            </a:lvl6pPr>
            <a:lvl7pPr marL="2743200" marR="0" indent="0" algn="l" rtl="0">
              <a:defRPr/>
            </a:lvl7pPr>
            <a:lvl8pPr marL="3200400" marR="0" indent="0" algn="l" rtl="0">
              <a:defRPr/>
            </a:lvl8pPr>
            <a:lvl9pPr marL="3657600" marR="0" indent="0" algn="l" rtl="0">
              <a:defRPr/>
            </a:lvl9pPr>
          </a:lstStyle>
          <a:p>
            <a:endParaRPr/>
          </a:p>
        </p:txBody>
      </p:sp>
      <p:sp>
        <p:nvSpPr>
          <p:cNvPr id="57" name="Shape 57"/>
          <p:cNvSpPr txBox="1">
            <a:spLocks noGrp="1"/>
          </p:cNvSpPr>
          <p:nvPr>
            <p:ph type="sldNum" idx="12"/>
          </p:nvPr>
        </p:nvSpPr>
        <p:spPr>
          <a:xfrm>
            <a:off x="7227888" y="6886575"/>
            <a:ext cx="2346324" cy="519112"/>
          </a:xfrm>
          <a:prstGeom prst="rect">
            <a:avLst/>
          </a:prstGeom>
          <a:noFill/>
          <a:ln>
            <a:noFill/>
          </a:ln>
        </p:spPr>
        <p:txBody>
          <a:bodyPr lIns="91425" tIns="91425" rIns="91425" bIns="91425" anchor="t" anchorCtr="0"/>
          <a:lstStyle>
            <a:lvl1pPr marL="0" marR="0" indent="0" algn="r" rtl="0">
              <a:spcBef>
                <a:spcPts val="0"/>
              </a:spcBef>
              <a:defRPr/>
            </a:lvl1pPr>
            <a:lvl2pPr marL="457200" marR="0" indent="0" algn="l" rtl="0">
              <a:defRPr/>
            </a:lvl2pPr>
            <a:lvl3pPr marL="914400" marR="0" indent="0" algn="l" rtl="0">
              <a:defRPr/>
            </a:lvl3pPr>
            <a:lvl4pPr marL="1371600" marR="0" indent="0" algn="l" rtl="0">
              <a:defRPr/>
            </a:lvl4pPr>
            <a:lvl5pPr marL="1828800" marR="0" indent="0" algn="l" rtl="0">
              <a:defRPr/>
            </a:lvl5pPr>
            <a:lvl6pPr marL="2286000" marR="0" indent="0" algn="l" rtl="0">
              <a:defRPr/>
            </a:lvl6pPr>
            <a:lvl7pPr marL="2743200" marR="0" indent="0" algn="l" rtl="0">
              <a:defRPr/>
            </a:lvl7pPr>
            <a:lvl8pPr marL="3200400" marR="0" indent="0" algn="l" rtl="0">
              <a:defRPr/>
            </a:lvl8pPr>
            <a:lvl9pPr marL="3657600" marR="0" indent="0" algn="l" rtl="0">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Shape 58"/>
        <p:cNvGrpSpPr/>
        <p:nvPr/>
      </p:nvGrpSpPr>
      <p:grpSpPr>
        <a:xfrm>
          <a:off x="0" y="0"/>
          <a:ext cx="0" cy="0"/>
          <a:chOff x="0" y="0"/>
          <a:chExt cx="0" cy="0"/>
        </a:xfrm>
      </p:grpSpPr>
      <p:sp>
        <p:nvSpPr>
          <p:cNvPr id="59" name="Shape 59"/>
          <p:cNvSpPr txBox="1">
            <a:spLocks noGrp="1"/>
          </p:cNvSpPr>
          <p:nvPr>
            <p:ph type="title"/>
          </p:nvPr>
        </p:nvSpPr>
        <p:spPr>
          <a:xfrm>
            <a:off x="504825" y="301625"/>
            <a:ext cx="3316287" cy="1279525"/>
          </a:xfrm>
          <a:prstGeom prst="rect">
            <a:avLst/>
          </a:prstGeom>
          <a:solidFill>
            <a:srgbClr val="99CC00"/>
          </a:solidFill>
          <a:ln>
            <a:noFill/>
          </a:ln>
        </p:spPr>
        <p:txBody>
          <a:bodyPr lIns="91425" tIns="91425" rIns="91425" bIns="91425" anchor="b" anchorCtr="0"/>
          <a:lstStyle>
            <a:lvl1pPr algn="l" rtl="0">
              <a:defRPr/>
            </a:lvl1pPr>
            <a:lvl2pPr rtl="0">
              <a:defRPr/>
            </a:lvl2pPr>
            <a:lvl3pPr rtl="0">
              <a:defRPr/>
            </a:lvl3pPr>
            <a:lvl4pPr rtl="0">
              <a:defRPr/>
            </a:lvl4pPr>
            <a:lvl5pPr rtl="0">
              <a:defRPr/>
            </a:lvl5pPr>
            <a:lvl6pPr rtl="0">
              <a:defRPr/>
            </a:lvl6pPr>
            <a:lvl7pPr rtl="0">
              <a:defRPr/>
            </a:lvl7pPr>
            <a:lvl8pPr rtl="0">
              <a:defRPr/>
            </a:lvl8pPr>
            <a:lvl9pPr rtl="0">
              <a:defRPr/>
            </a:lvl9pPr>
          </a:lstStyle>
          <a:p>
            <a:endParaRPr/>
          </a:p>
        </p:txBody>
      </p:sp>
      <p:sp>
        <p:nvSpPr>
          <p:cNvPr id="60" name="Shape 60"/>
          <p:cNvSpPr txBox="1">
            <a:spLocks noGrp="1"/>
          </p:cNvSpPr>
          <p:nvPr>
            <p:ph type="body" idx="1"/>
          </p:nvPr>
        </p:nvSpPr>
        <p:spPr>
          <a:xfrm>
            <a:off x="3941762" y="301625"/>
            <a:ext cx="5635625" cy="6451600"/>
          </a:xfrm>
          <a:prstGeom prst="rect">
            <a:avLst/>
          </a:prstGeom>
          <a:noFill/>
          <a:ln>
            <a:noFill/>
          </a:ln>
        </p:spPr>
        <p:txBody>
          <a:bodyPr lIns="91425" tIns="91425" rIns="91425" bIns="91425" anchor="t" anchorCtr="0"/>
          <a:lstStyle>
            <a:lvl1pPr rtl="0">
              <a:defRPr/>
            </a:lvl1pPr>
            <a:lvl2pPr rtl="0">
              <a:defRPr/>
            </a:lvl2pPr>
            <a:lvl3pPr rtl="0">
              <a:defRPr/>
            </a:lvl3pPr>
            <a:lvl4pPr rtl="0">
              <a:defRPr/>
            </a:lvl4pPr>
            <a:lvl5pPr rtl="0">
              <a:defRPr/>
            </a:lvl5pPr>
            <a:lvl6pPr rtl="0">
              <a:defRPr/>
            </a:lvl6pPr>
            <a:lvl7pPr rtl="0">
              <a:defRPr/>
            </a:lvl7pPr>
            <a:lvl8pPr rtl="0">
              <a:defRPr/>
            </a:lvl8pPr>
            <a:lvl9pPr rtl="0">
              <a:defRPr/>
            </a:lvl9pPr>
          </a:lstStyle>
          <a:p>
            <a:endParaRPr/>
          </a:p>
        </p:txBody>
      </p:sp>
      <p:sp>
        <p:nvSpPr>
          <p:cNvPr id="61" name="Shape 61"/>
          <p:cNvSpPr txBox="1">
            <a:spLocks noGrp="1"/>
          </p:cNvSpPr>
          <p:nvPr>
            <p:ph type="body" idx="2"/>
          </p:nvPr>
        </p:nvSpPr>
        <p:spPr>
          <a:xfrm>
            <a:off x="504825" y="1581150"/>
            <a:ext cx="3316287" cy="5172075"/>
          </a:xfrm>
          <a:prstGeom prst="rect">
            <a:avLst/>
          </a:prstGeom>
          <a:noFill/>
          <a:ln>
            <a:noFill/>
          </a:ln>
        </p:spPr>
        <p:txBody>
          <a:bodyPr lIns="91425" tIns="91425" rIns="91425" bIns="91425" anchor="t" anchorCtr="0"/>
          <a:lstStyle>
            <a:lvl1pPr marL="0" indent="0" rtl="0">
              <a:buFont typeface="Arial"/>
              <a:buNone/>
              <a:defRPr/>
            </a:lvl1pPr>
            <a:lvl2pPr marL="457200" indent="0" rtl="0">
              <a:buFont typeface="Arial"/>
              <a:buNone/>
              <a:defRPr/>
            </a:lvl2pPr>
            <a:lvl3pPr marL="914400" indent="0" rtl="0">
              <a:buFont typeface="Arial"/>
              <a:buNone/>
              <a:defRPr/>
            </a:lvl3pPr>
            <a:lvl4pPr marL="1371600" indent="0" rtl="0">
              <a:buFont typeface="Arial"/>
              <a:buNone/>
              <a:defRPr/>
            </a:lvl4pPr>
            <a:lvl5pPr marL="1828800" indent="0" rtl="0">
              <a:buFont typeface="Arial"/>
              <a:buNone/>
              <a:defRPr/>
            </a:lvl5pPr>
            <a:lvl6pPr marL="2286000" indent="0" rtl="0">
              <a:buFont typeface="Arial"/>
              <a:buNone/>
              <a:defRPr/>
            </a:lvl6pPr>
            <a:lvl7pPr marL="2743200" indent="0" rtl="0">
              <a:buFont typeface="Arial"/>
              <a:buNone/>
              <a:defRPr/>
            </a:lvl7pPr>
            <a:lvl8pPr marL="3200400" indent="0" rtl="0">
              <a:buFont typeface="Arial"/>
              <a:buNone/>
              <a:defRPr/>
            </a:lvl8pPr>
            <a:lvl9pPr marL="3657600" indent="0" rtl="0">
              <a:buFont typeface="Arial"/>
              <a:buNone/>
              <a:defRPr/>
            </a:lvl9pPr>
          </a:lstStyle>
          <a:p>
            <a:endParaRPr/>
          </a:p>
        </p:txBody>
      </p:sp>
      <p:sp>
        <p:nvSpPr>
          <p:cNvPr id="62" name="Shape 62"/>
          <p:cNvSpPr txBox="1">
            <a:spLocks noGrp="1"/>
          </p:cNvSpPr>
          <p:nvPr>
            <p:ph type="dt" idx="10"/>
          </p:nvPr>
        </p:nvSpPr>
        <p:spPr>
          <a:xfrm>
            <a:off x="504825" y="6886575"/>
            <a:ext cx="2344737" cy="519112"/>
          </a:xfrm>
          <a:prstGeom prst="rect">
            <a:avLst/>
          </a:prstGeom>
          <a:noFill/>
          <a:ln>
            <a:noFill/>
          </a:ln>
        </p:spPr>
        <p:txBody>
          <a:bodyPr lIns="91425" tIns="91425" rIns="91425" bIns="91425" anchor="t" anchorCtr="0"/>
          <a:lstStyle>
            <a:lvl1pPr marL="0" marR="0" indent="0" algn="l" rtl="0">
              <a:spcBef>
                <a:spcPts val="0"/>
              </a:spcBef>
              <a:defRPr/>
            </a:lvl1pPr>
            <a:lvl2pPr marL="457200" marR="0" indent="0" algn="l" rtl="0">
              <a:defRPr/>
            </a:lvl2pPr>
            <a:lvl3pPr marL="914400" marR="0" indent="0" algn="l" rtl="0">
              <a:defRPr/>
            </a:lvl3pPr>
            <a:lvl4pPr marL="1371600" marR="0" indent="0" algn="l" rtl="0">
              <a:defRPr/>
            </a:lvl4pPr>
            <a:lvl5pPr marL="1828800" marR="0" indent="0" algn="l" rtl="0">
              <a:defRPr/>
            </a:lvl5pPr>
            <a:lvl6pPr marL="2286000" marR="0" indent="0" algn="l" rtl="0">
              <a:defRPr/>
            </a:lvl6pPr>
            <a:lvl7pPr marL="2743200" marR="0" indent="0" algn="l" rtl="0">
              <a:defRPr/>
            </a:lvl7pPr>
            <a:lvl8pPr marL="3200400" marR="0" indent="0" algn="l" rtl="0">
              <a:defRPr/>
            </a:lvl8pPr>
            <a:lvl9pPr marL="3657600" marR="0" indent="0" algn="l" rtl="0">
              <a:defRPr/>
            </a:lvl9pPr>
          </a:lstStyle>
          <a:p>
            <a:endParaRPr/>
          </a:p>
        </p:txBody>
      </p:sp>
      <p:sp>
        <p:nvSpPr>
          <p:cNvPr id="63" name="Shape 63"/>
          <p:cNvSpPr txBox="1">
            <a:spLocks noGrp="1"/>
          </p:cNvSpPr>
          <p:nvPr>
            <p:ph type="ftr" idx="11"/>
          </p:nvPr>
        </p:nvSpPr>
        <p:spPr>
          <a:xfrm>
            <a:off x="3448050" y="6886575"/>
            <a:ext cx="3194049" cy="519112"/>
          </a:xfrm>
          <a:prstGeom prst="rect">
            <a:avLst/>
          </a:prstGeom>
          <a:noFill/>
          <a:ln>
            <a:noFill/>
          </a:ln>
        </p:spPr>
        <p:txBody>
          <a:bodyPr lIns="91425" tIns="91425" rIns="91425" bIns="91425" anchor="t" anchorCtr="0"/>
          <a:lstStyle>
            <a:lvl1pPr marL="0" marR="0" indent="0" algn="l" rtl="0">
              <a:spcBef>
                <a:spcPts val="0"/>
              </a:spcBef>
              <a:defRPr/>
            </a:lvl1pPr>
            <a:lvl2pPr marL="457200" marR="0" indent="0" algn="l" rtl="0">
              <a:defRPr/>
            </a:lvl2pPr>
            <a:lvl3pPr marL="914400" marR="0" indent="0" algn="l" rtl="0">
              <a:defRPr/>
            </a:lvl3pPr>
            <a:lvl4pPr marL="1371600" marR="0" indent="0" algn="l" rtl="0">
              <a:defRPr/>
            </a:lvl4pPr>
            <a:lvl5pPr marL="1828800" marR="0" indent="0" algn="l" rtl="0">
              <a:defRPr/>
            </a:lvl5pPr>
            <a:lvl6pPr marL="2286000" marR="0" indent="0" algn="l" rtl="0">
              <a:defRPr/>
            </a:lvl6pPr>
            <a:lvl7pPr marL="2743200" marR="0" indent="0" algn="l" rtl="0">
              <a:defRPr/>
            </a:lvl7pPr>
            <a:lvl8pPr marL="3200400" marR="0" indent="0" algn="l" rtl="0">
              <a:defRPr/>
            </a:lvl8pPr>
            <a:lvl9pPr marL="3657600" marR="0" indent="0" algn="l" rtl="0">
              <a:defRPr/>
            </a:lvl9pPr>
          </a:lstStyle>
          <a:p>
            <a:endParaRPr/>
          </a:p>
        </p:txBody>
      </p:sp>
      <p:sp>
        <p:nvSpPr>
          <p:cNvPr id="64" name="Shape 64"/>
          <p:cNvSpPr txBox="1">
            <a:spLocks noGrp="1"/>
          </p:cNvSpPr>
          <p:nvPr>
            <p:ph type="sldNum" idx="12"/>
          </p:nvPr>
        </p:nvSpPr>
        <p:spPr>
          <a:xfrm>
            <a:off x="7227888" y="6886575"/>
            <a:ext cx="2346324" cy="519112"/>
          </a:xfrm>
          <a:prstGeom prst="rect">
            <a:avLst/>
          </a:prstGeom>
          <a:noFill/>
          <a:ln>
            <a:noFill/>
          </a:ln>
        </p:spPr>
        <p:txBody>
          <a:bodyPr lIns="91425" tIns="91425" rIns="91425" bIns="91425" anchor="t" anchorCtr="0"/>
          <a:lstStyle>
            <a:lvl1pPr marL="0" marR="0" indent="0" algn="r" rtl="0">
              <a:spcBef>
                <a:spcPts val="0"/>
              </a:spcBef>
              <a:defRPr/>
            </a:lvl1pPr>
            <a:lvl2pPr marL="457200" marR="0" indent="0" algn="l" rtl="0">
              <a:defRPr/>
            </a:lvl2pPr>
            <a:lvl3pPr marL="914400" marR="0" indent="0" algn="l" rtl="0">
              <a:defRPr/>
            </a:lvl3pPr>
            <a:lvl4pPr marL="1371600" marR="0" indent="0" algn="l" rtl="0">
              <a:defRPr/>
            </a:lvl4pPr>
            <a:lvl5pPr marL="1828800" marR="0" indent="0" algn="l" rtl="0">
              <a:defRPr/>
            </a:lvl5pPr>
            <a:lvl6pPr marL="2286000" marR="0" indent="0" algn="l" rtl="0">
              <a:defRPr/>
            </a:lvl6pPr>
            <a:lvl7pPr marL="2743200" marR="0" indent="0" algn="l" rtl="0">
              <a:defRPr/>
            </a:lvl7pPr>
            <a:lvl8pPr marL="3200400" marR="0" indent="0" algn="l" rtl="0">
              <a:defRPr/>
            </a:lvl8pPr>
            <a:lvl9pPr marL="3657600" marR="0" indent="0" algn="l" rtl="0">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Shape 65"/>
        <p:cNvGrpSpPr/>
        <p:nvPr/>
      </p:nvGrpSpPr>
      <p:grpSpPr>
        <a:xfrm>
          <a:off x="0" y="0"/>
          <a:ext cx="0" cy="0"/>
          <a:chOff x="0" y="0"/>
          <a:chExt cx="0" cy="0"/>
        </a:xfrm>
      </p:grpSpPr>
      <p:sp>
        <p:nvSpPr>
          <p:cNvPr id="66" name="Shape 66"/>
          <p:cNvSpPr txBox="1">
            <a:spLocks noGrp="1"/>
          </p:cNvSpPr>
          <p:nvPr>
            <p:ph type="title"/>
          </p:nvPr>
        </p:nvSpPr>
        <p:spPr>
          <a:xfrm>
            <a:off x="1976438" y="5291137"/>
            <a:ext cx="6048374" cy="625475"/>
          </a:xfrm>
          <a:prstGeom prst="rect">
            <a:avLst/>
          </a:prstGeom>
          <a:solidFill>
            <a:srgbClr val="99CC00"/>
          </a:solidFill>
          <a:ln>
            <a:noFill/>
          </a:ln>
        </p:spPr>
        <p:txBody>
          <a:bodyPr lIns="91425" tIns="91425" rIns="91425" bIns="91425" anchor="b" anchorCtr="0"/>
          <a:lstStyle>
            <a:lvl1pPr algn="l" rtl="0">
              <a:defRPr/>
            </a:lvl1pPr>
            <a:lvl2pPr rtl="0">
              <a:defRPr/>
            </a:lvl2pPr>
            <a:lvl3pPr rtl="0">
              <a:defRPr/>
            </a:lvl3pPr>
            <a:lvl4pPr rtl="0">
              <a:defRPr/>
            </a:lvl4pPr>
            <a:lvl5pPr rtl="0">
              <a:defRPr/>
            </a:lvl5pPr>
            <a:lvl6pPr rtl="0">
              <a:defRPr/>
            </a:lvl6pPr>
            <a:lvl7pPr rtl="0">
              <a:defRPr/>
            </a:lvl7pPr>
            <a:lvl8pPr rtl="0">
              <a:defRPr/>
            </a:lvl8pPr>
            <a:lvl9pPr rtl="0">
              <a:defRPr/>
            </a:lvl9pPr>
          </a:lstStyle>
          <a:p>
            <a:endParaRPr/>
          </a:p>
        </p:txBody>
      </p:sp>
      <p:sp>
        <p:nvSpPr>
          <p:cNvPr id="69" name="Shape 69"/>
          <p:cNvSpPr txBox="1">
            <a:spLocks noGrp="1"/>
          </p:cNvSpPr>
          <p:nvPr>
            <p:ph type="dt" idx="10"/>
          </p:nvPr>
        </p:nvSpPr>
        <p:spPr>
          <a:xfrm>
            <a:off x="504825" y="6886575"/>
            <a:ext cx="2344737" cy="519112"/>
          </a:xfrm>
          <a:prstGeom prst="rect">
            <a:avLst/>
          </a:prstGeom>
          <a:noFill/>
          <a:ln>
            <a:noFill/>
          </a:ln>
        </p:spPr>
        <p:txBody>
          <a:bodyPr lIns="91425" tIns="91425" rIns="91425" bIns="91425" anchor="t" anchorCtr="0"/>
          <a:lstStyle>
            <a:lvl1pPr marL="0" marR="0" indent="0" algn="l" rtl="0">
              <a:spcBef>
                <a:spcPts val="0"/>
              </a:spcBef>
              <a:defRPr/>
            </a:lvl1pPr>
            <a:lvl2pPr marL="457200" marR="0" indent="0" algn="l" rtl="0">
              <a:defRPr/>
            </a:lvl2pPr>
            <a:lvl3pPr marL="914400" marR="0" indent="0" algn="l" rtl="0">
              <a:defRPr/>
            </a:lvl3pPr>
            <a:lvl4pPr marL="1371600" marR="0" indent="0" algn="l" rtl="0">
              <a:defRPr/>
            </a:lvl4pPr>
            <a:lvl5pPr marL="1828800" marR="0" indent="0" algn="l" rtl="0">
              <a:defRPr/>
            </a:lvl5pPr>
            <a:lvl6pPr marL="2286000" marR="0" indent="0" algn="l" rtl="0">
              <a:defRPr/>
            </a:lvl6pPr>
            <a:lvl7pPr marL="2743200" marR="0" indent="0" algn="l" rtl="0">
              <a:defRPr/>
            </a:lvl7pPr>
            <a:lvl8pPr marL="3200400" marR="0" indent="0" algn="l" rtl="0">
              <a:defRPr/>
            </a:lvl8pPr>
            <a:lvl9pPr marL="3657600" marR="0" indent="0" algn="l" rtl="0">
              <a:defRPr/>
            </a:lvl9pPr>
          </a:lstStyle>
          <a:p>
            <a:endParaRPr/>
          </a:p>
        </p:txBody>
      </p:sp>
      <p:sp>
        <p:nvSpPr>
          <p:cNvPr id="70" name="Shape 70"/>
          <p:cNvSpPr txBox="1">
            <a:spLocks noGrp="1"/>
          </p:cNvSpPr>
          <p:nvPr>
            <p:ph type="ftr" idx="11"/>
          </p:nvPr>
        </p:nvSpPr>
        <p:spPr>
          <a:xfrm>
            <a:off x="3448050" y="6886575"/>
            <a:ext cx="3194049" cy="519112"/>
          </a:xfrm>
          <a:prstGeom prst="rect">
            <a:avLst/>
          </a:prstGeom>
          <a:noFill/>
          <a:ln>
            <a:noFill/>
          </a:ln>
        </p:spPr>
        <p:txBody>
          <a:bodyPr lIns="91425" tIns="91425" rIns="91425" bIns="91425" anchor="t" anchorCtr="0"/>
          <a:lstStyle>
            <a:lvl1pPr marL="0" marR="0" indent="0" algn="l" rtl="0">
              <a:spcBef>
                <a:spcPts val="0"/>
              </a:spcBef>
              <a:defRPr/>
            </a:lvl1pPr>
            <a:lvl2pPr marL="457200" marR="0" indent="0" algn="l" rtl="0">
              <a:defRPr/>
            </a:lvl2pPr>
            <a:lvl3pPr marL="914400" marR="0" indent="0" algn="l" rtl="0">
              <a:defRPr/>
            </a:lvl3pPr>
            <a:lvl4pPr marL="1371600" marR="0" indent="0" algn="l" rtl="0">
              <a:defRPr/>
            </a:lvl4pPr>
            <a:lvl5pPr marL="1828800" marR="0" indent="0" algn="l" rtl="0">
              <a:defRPr/>
            </a:lvl5pPr>
            <a:lvl6pPr marL="2286000" marR="0" indent="0" algn="l" rtl="0">
              <a:defRPr/>
            </a:lvl6pPr>
            <a:lvl7pPr marL="2743200" marR="0" indent="0" algn="l" rtl="0">
              <a:defRPr/>
            </a:lvl7pPr>
            <a:lvl8pPr marL="3200400" marR="0" indent="0" algn="l" rtl="0">
              <a:defRPr/>
            </a:lvl8pPr>
            <a:lvl9pPr marL="3657600" marR="0" indent="0" algn="l" rtl="0">
              <a:defRPr/>
            </a:lvl9pPr>
          </a:lstStyle>
          <a:p>
            <a:endParaRPr/>
          </a:p>
        </p:txBody>
      </p:sp>
      <p:sp>
        <p:nvSpPr>
          <p:cNvPr id="71" name="Shape 71"/>
          <p:cNvSpPr txBox="1">
            <a:spLocks noGrp="1"/>
          </p:cNvSpPr>
          <p:nvPr>
            <p:ph type="sldNum" idx="12"/>
          </p:nvPr>
        </p:nvSpPr>
        <p:spPr>
          <a:xfrm>
            <a:off x="7227888" y="6886575"/>
            <a:ext cx="2346324" cy="519112"/>
          </a:xfrm>
          <a:prstGeom prst="rect">
            <a:avLst/>
          </a:prstGeom>
          <a:noFill/>
          <a:ln>
            <a:noFill/>
          </a:ln>
        </p:spPr>
        <p:txBody>
          <a:bodyPr lIns="91425" tIns="91425" rIns="91425" bIns="91425" anchor="t" anchorCtr="0"/>
          <a:lstStyle>
            <a:lvl1pPr marL="0" marR="0" indent="0" algn="r" rtl="0">
              <a:spcBef>
                <a:spcPts val="0"/>
              </a:spcBef>
              <a:defRPr/>
            </a:lvl1pPr>
            <a:lvl2pPr marL="457200" marR="0" indent="0" algn="l" rtl="0">
              <a:defRPr/>
            </a:lvl2pPr>
            <a:lvl3pPr marL="914400" marR="0" indent="0" algn="l" rtl="0">
              <a:defRPr/>
            </a:lvl3pPr>
            <a:lvl4pPr marL="1371600" marR="0" indent="0" algn="l" rtl="0">
              <a:defRPr/>
            </a:lvl4pPr>
            <a:lvl5pPr marL="1828800" marR="0" indent="0" algn="l" rtl="0">
              <a:defRPr/>
            </a:lvl5pPr>
            <a:lvl6pPr marL="2286000" marR="0" indent="0" algn="l" rtl="0">
              <a:defRPr/>
            </a:lvl6pPr>
            <a:lvl7pPr marL="2743200" marR="0" indent="0" algn="l" rtl="0">
              <a:defRPr/>
            </a:lvl7pPr>
            <a:lvl8pPr marL="3200400" marR="0" indent="0" algn="l" rtl="0">
              <a:defRPr/>
            </a:lvl8pPr>
            <a:lvl9pPr marL="3657600" marR="0" indent="0" algn="l" rtl="0">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Shape 72"/>
        <p:cNvGrpSpPr/>
        <p:nvPr/>
      </p:nvGrpSpPr>
      <p:grpSpPr>
        <a:xfrm>
          <a:off x="0" y="0"/>
          <a:ext cx="0" cy="0"/>
          <a:chOff x="0" y="0"/>
          <a:chExt cx="0" cy="0"/>
        </a:xfrm>
      </p:grpSpPr>
      <p:sp>
        <p:nvSpPr>
          <p:cNvPr id="73" name="Shape 73"/>
          <p:cNvSpPr txBox="1">
            <a:spLocks noGrp="1"/>
          </p:cNvSpPr>
          <p:nvPr>
            <p:ph type="title"/>
          </p:nvPr>
        </p:nvSpPr>
        <p:spPr>
          <a:xfrm>
            <a:off x="504825" y="301625"/>
            <a:ext cx="9067799" cy="1260474"/>
          </a:xfrm>
          <a:prstGeom prst="rect">
            <a:avLst/>
          </a:prstGeom>
          <a:solidFill>
            <a:srgbClr val="99CC00"/>
          </a:solidFill>
          <a:ln>
            <a:noFill/>
          </a:ln>
        </p:spPr>
        <p:txBody>
          <a:bodyPr lIns="91425" tIns="91425" rIns="91425" bIns="91425" anchor="ctr" anchorCtr="0"/>
          <a:lstStyle>
            <a:lvl1pPr algn="ctr" rtl="0">
              <a:lnSpc>
                <a:spcPct val="93000"/>
              </a:lnSpc>
              <a:spcBef>
                <a:spcPts val="0"/>
              </a:spcBef>
              <a:spcAft>
                <a:spcPts val="0"/>
              </a:spcAft>
              <a:defRPr/>
            </a:lvl1pPr>
            <a:lvl2pPr algn="ctr" rtl="0">
              <a:lnSpc>
                <a:spcPct val="93000"/>
              </a:lnSpc>
              <a:spcBef>
                <a:spcPts val="0"/>
              </a:spcBef>
              <a:spcAft>
                <a:spcPts val="0"/>
              </a:spcAft>
              <a:defRPr/>
            </a:lvl2pPr>
            <a:lvl3pPr algn="ctr" rtl="0">
              <a:lnSpc>
                <a:spcPct val="93000"/>
              </a:lnSpc>
              <a:spcBef>
                <a:spcPts val="0"/>
              </a:spcBef>
              <a:spcAft>
                <a:spcPts val="0"/>
              </a:spcAft>
              <a:defRPr/>
            </a:lvl3pPr>
            <a:lvl4pPr algn="ctr" rtl="0">
              <a:lnSpc>
                <a:spcPct val="93000"/>
              </a:lnSpc>
              <a:spcBef>
                <a:spcPts val="0"/>
              </a:spcBef>
              <a:spcAft>
                <a:spcPts val="0"/>
              </a:spcAft>
              <a:defRPr/>
            </a:lvl4pPr>
            <a:lvl5pPr algn="ctr" rtl="0">
              <a:lnSpc>
                <a:spcPct val="93000"/>
              </a:lnSpc>
              <a:spcBef>
                <a:spcPts val="0"/>
              </a:spcBef>
              <a:spcAft>
                <a:spcPts val="0"/>
              </a:spcAft>
              <a:defRPr/>
            </a:lvl5pPr>
            <a:lvl6pPr marL="2514600" indent="-228600" algn="ctr" rtl="0">
              <a:lnSpc>
                <a:spcPct val="93000"/>
              </a:lnSpc>
              <a:spcBef>
                <a:spcPts val="0"/>
              </a:spcBef>
              <a:spcAft>
                <a:spcPts val="0"/>
              </a:spcAft>
              <a:defRPr/>
            </a:lvl6pPr>
            <a:lvl7pPr marL="2971800" indent="-228600" algn="ctr" rtl="0">
              <a:lnSpc>
                <a:spcPct val="93000"/>
              </a:lnSpc>
              <a:spcBef>
                <a:spcPts val="0"/>
              </a:spcBef>
              <a:spcAft>
                <a:spcPts val="0"/>
              </a:spcAft>
              <a:defRPr/>
            </a:lvl7pPr>
            <a:lvl8pPr marL="3429000" indent="-228600" algn="ctr" rtl="0">
              <a:lnSpc>
                <a:spcPct val="93000"/>
              </a:lnSpc>
              <a:spcBef>
                <a:spcPts val="0"/>
              </a:spcBef>
              <a:spcAft>
                <a:spcPts val="0"/>
              </a:spcAft>
              <a:defRPr/>
            </a:lvl8pPr>
            <a:lvl9pPr marL="3886200" indent="-228600" algn="ctr" rtl="0">
              <a:lnSpc>
                <a:spcPct val="93000"/>
              </a:lnSpc>
              <a:spcBef>
                <a:spcPts val="0"/>
              </a:spcBef>
              <a:spcAft>
                <a:spcPts val="0"/>
              </a:spcAft>
              <a:defRPr/>
            </a:lvl9pPr>
          </a:lstStyle>
          <a:p>
            <a:endParaRPr/>
          </a:p>
        </p:txBody>
      </p:sp>
      <p:sp>
        <p:nvSpPr>
          <p:cNvPr id="74" name="Shape 74"/>
          <p:cNvSpPr txBox="1">
            <a:spLocks noGrp="1"/>
          </p:cNvSpPr>
          <p:nvPr>
            <p:ph type="body" idx="1"/>
          </p:nvPr>
        </p:nvSpPr>
        <p:spPr>
          <a:xfrm rot="5400000">
            <a:off x="2544762" y="-271462"/>
            <a:ext cx="4987924" cy="9067799"/>
          </a:xfrm>
          <a:prstGeom prst="rect">
            <a:avLst/>
          </a:prstGeom>
          <a:noFill/>
          <a:ln>
            <a:noFill/>
          </a:ln>
        </p:spPr>
        <p:txBody>
          <a:bodyPr lIns="91425" tIns="91425" rIns="91425" bIns="91425" anchor="t" anchorCtr="0"/>
          <a:lstStyle>
            <a:lvl1pPr marL="342900" indent="-342900" algn="l" rtl="0">
              <a:lnSpc>
                <a:spcPct val="93000"/>
              </a:lnSpc>
              <a:spcBef>
                <a:spcPts val="0"/>
              </a:spcBef>
              <a:spcAft>
                <a:spcPts val="1425"/>
              </a:spcAft>
              <a:defRPr/>
            </a:lvl1pPr>
            <a:lvl2pPr marL="742950" indent="-285750" algn="l" rtl="0">
              <a:lnSpc>
                <a:spcPct val="93000"/>
              </a:lnSpc>
              <a:spcBef>
                <a:spcPts val="0"/>
              </a:spcBef>
              <a:spcAft>
                <a:spcPts val="1138"/>
              </a:spcAft>
              <a:defRPr/>
            </a:lvl2pPr>
            <a:lvl3pPr marL="1143000" indent="-241300" algn="l" rtl="0">
              <a:lnSpc>
                <a:spcPct val="93000"/>
              </a:lnSpc>
              <a:spcBef>
                <a:spcPts val="0"/>
              </a:spcBef>
              <a:spcAft>
                <a:spcPts val="850"/>
              </a:spcAft>
              <a:defRPr/>
            </a:lvl3pPr>
            <a:lvl4pPr marL="1600200" indent="-228600" algn="l" rtl="0">
              <a:lnSpc>
                <a:spcPct val="93000"/>
              </a:lnSpc>
              <a:spcBef>
                <a:spcPts val="0"/>
              </a:spcBef>
              <a:spcAft>
                <a:spcPts val="575"/>
              </a:spcAft>
              <a:defRPr/>
            </a:lvl4pPr>
            <a:lvl5pPr marL="2057400" indent="-228600" algn="l" rtl="0">
              <a:lnSpc>
                <a:spcPct val="93000"/>
              </a:lnSpc>
              <a:spcBef>
                <a:spcPts val="0"/>
              </a:spcBef>
              <a:spcAft>
                <a:spcPts val="288"/>
              </a:spcAft>
              <a:defRPr/>
            </a:lvl5pPr>
            <a:lvl6pPr marL="2514600" indent="-228600" algn="l" rtl="0">
              <a:lnSpc>
                <a:spcPct val="93000"/>
              </a:lnSpc>
              <a:spcBef>
                <a:spcPts val="0"/>
              </a:spcBef>
              <a:spcAft>
                <a:spcPts val="288"/>
              </a:spcAft>
              <a:defRPr/>
            </a:lvl6pPr>
            <a:lvl7pPr marL="2971800" indent="-228600" algn="l" rtl="0">
              <a:lnSpc>
                <a:spcPct val="93000"/>
              </a:lnSpc>
              <a:spcBef>
                <a:spcPts val="0"/>
              </a:spcBef>
              <a:spcAft>
                <a:spcPts val="288"/>
              </a:spcAft>
              <a:defRPr/>
            </a:lvl7pPr>
            <a:lvl8pPr marL="3429000" indent="-228600" algn="l" rtl="0">
              <a:lnSpc>
                <a:spcPct val="93000"/>
              </a:lnSpc>
              <a:spcBef>
                <a:spcPts val="0"/>
              </a:spcBef>
              <a:spcAft>
                <a:spcPts val="288"/>
              </a:spcAft>
              <a:defRPr/>
            </a:lvl8pPr>
            <a:lvl9pPr marL="3886200" indent="-228600" algn="l" rtl="0">
              <a:lnSpc>
                <a:spcPct val="93000"/>
              </a:lnSpc>
              <a:spcBef>
                <a:spcPts val="0"/>
              </a:spcBef>
              <a:spcAft>
                <a:spcPts val="288"/>
              </a:spcAft>
              <a:defRPr/>
            </a:lvl9pPr>
          </a:lstStyle>
          <a:p>
            <a:endParaRPr/>
          </a:p>
        </p:txBody>
      </p:sp>
      <p:sp>
        <p:nvSpPr>
          <p:cNvPr id="75" name="Shape 75"/>
          <p:cNvSpPr txBox="1">
            <a:spLocks noGrp="1"/>
          </p:cNvSpPr>
          <p:nvPr>
            <p:ph type="dt" idx="10"/>
          </p:nvPr>
        </p:nvSpPr>
        <p:spPr>
          <a:xfrm>
            <a:off x="504825" y="6886575"/>
            <a:ext cx="2344737" cy="519112"/>
          </a:xfrm>
          <a:prstGeom prst="rect">
            <a:avLst/>
          </a:prstGeom>
          <a:noFill/>
          <a:ln>
            <a:noFill/>
          </a:ln>
        </p:spPr>
        <p:txBody>
          <a:bodyPr lIns="91425" tIns="91425" rIns="91425" bIns="91425" anchor="t" anchorCtr="0"/>
          <a:lstStyle>
            <a:lvl1pPr marL="0" marR="0" indent="0" algn="l" rtl="0">
              <a:spcBef>
                <a:spcPts val="0"/>
              </a:spcBef>
              <a:defRPr/>
            </a:lvl1pPr>
            <a:lvl2pPr marL="457200" marR="0" indent="0" algn="l" rtl="0">
              <a:defRPr/>
            </a:lvl2pPr>
            <a:lvl3pPr marL="914400" marR="0" indent="0" algn="l" rtl="0">
              <a:defRPr/>
            </a:lvl3pPr>
            <a:lvl4pPr marL="1371600" marR="0" indent="0" algn="l" rtl="0">
              <a:defRPr/>
            </a:lvl4pPr>
            <a:lvl5pPr marL="1828800" marR="0" indent="0" algn="l" rtl="0">
              <a:defRPr/>
            </a:lvl5pPr>
            <a:lvl6pPr marL="2286000" marR="0" indent="0" algn="l" rtl="0">
              <a:defRPr/>
            </a:lvl6pPr>
            <a:lvl7pPr marL="2743200" marR="0" indent="0" algn="l" rtl="0">
              <a:defRPr/>
            </a:lvl7pPr>
            <a:lvl8pPr marL="3200400" marR="0" indent="0" algn="l" rtl="0">
              <a:defRPr/>
            </a:lvl8pPr>
            <a:lvl9pPr marL="3657600" marR="0" indent="0" algn="l" rtl="0">
              <a:defRPr/>
            </a:lvl9pPr>
          </a:lstStyle>
          <a:p>
            <a:endParaRPr/>
          </a:p>
        </p:txBody>
      </p:sp>
      <p:sp>
        <p:nvSpPr>
          <p:cNvPr id="76" name="Shape 76"/>
          <p:cNvSpPr txBox="1">
            <a:spLocks noGrp="1"/>
          </p:cNvSpPr>
          <p:nvPr>
            <p:ph type="ftr" idx="11"/>
          </p:nvPr>
        </p:nvSpPr>
        <p:spPr>
          <a:xfrm>
            <a:off x="3448050" y="6886575"/>
            <a:ext cx="3194049" cy="519112"/>
          </a:xfrm>
          <a:prstGeom prst="rect">
            <a:avLst/>
          </a:prstGeom>
          <a:noFill/>
          <a:ln>
            <a:noFill/>
          </a:ln>
        </p:spPr>
        <p:txBody>
          <a:bodyPr lIns="91425" tIns="91425" rIns="91425" bIns="91425" anchor="t" anchorCtr="0"/>
          <a:lstStyle>
            <a:lvl1pPr marL="0" marR="0" indent="0" algn="l" rtl="0">
              <a:spcBef>
                <a:spcPts val="0"/>
              </a:spcBef>
              <a:defRPr/>
            </a:lvl1pPr>
            <a:lvl2pPr marL="457200" marR="0" indent="0" algn="l" rtl="0">
              <a:defRPr/>
            </a:lvl2pPr>
            <a:lvl3pPr marL="914400" marR="0" indent="0" algn="l" rtl="0">
              <a:defRPr/>
            </a:lvl3pPr>
            <a:lvl4pPr marL="1371600" marR="0" indent="0" algn="l" rtl="0">
              <a:defRPr/>
            </a:lvl4pPr>
            <a:lvl5pPr marL="1828800" marR="0" indent="0" algn="l" rtl="0">
              <a:defRPr/>
            </a:lvl5pPr>
            <a:lvl6pPr marL="2286000" marR="0" indent="0" algn="l" rtl="0">
              <a:defRPr/>
            </a:lvl6pPr>
            <a:lvl7pPr marL="2743200" marR="0" indent="0" algn="l" rtl="0">
              <a:defRPr/>
            </a:lvl7pPr>
            <a:lvl8pPr marL="3200400" marR="0" indent="0" algn="l" rtl="0">
              <a:defRPr/>
            </a:lvl8pPr>
            <a:lvl9pPr marL="3657600" marR="0" indent="0" algn="l" rtl="0">
              <a:defRPr/>
            </a:lvl9pPr>
          </a:lstStyle>
          <a:p>
            <a:endParaRPr/>
          </a:p>
        </p:txBody>
      </p:sp>
      <p:sp>
        <p:nvSpPr>
          <p:cNvPr id="77" name="Shape 77"/>
          <p:cNvSpPr txBox="1">
            <a:spLocks noGrp="1"/>
          </p:cNvSpPr>
          <p:nvPr>
            <p:ph type="sldNum" idx="12"/>
          </p:nvPr>
        </p:nvSpPr>
        <p:spPr>
          <a:xfrm>
            <a:off x="7227888" y="6886575"/>
            <a:ext cx="2346324" cy="519112"/>
          </a:xfrm>
          <a:prstGeom prst="rect">
            <a:avLst/>
          </a:prstGeom>
          <a:noFill/>
          <a:ln>
            <a:noFill/>
          </a:ln>
        </p:spPr>
        <p:txBody>
          <a:bodyPr lIns="91425" tIns="91425" rIns="91425" bIns="91425" anchor="t" anchorCtr="0"/>
          <a:lstStyle>
            <a:lvl1pPr marL="0" marR="0" indent="0" algn="r" rtl="0">
              <a:spcBef>
                <a:spcPts val="0"/>
              </a:spcBef>
              <a:defRPr/>
            </a:lvl1pPr>
            <a:lvl2pPr marL="457200" marR="0" indent="0" algn="l" rtl="0">
              <a:defRPr/>
            </a:lvl2pPr>
            <a:lvl3pPr marL="914400" marR="0" indent="0" algn="l" rtl="0">
              <a:defRPr/>
            </a:lvl3pPr>
            <a:lvl4pPr marL="1371600" marR="0" indent="0" algn="l" rtl="0">
              <a:defRPr/>
            </a:lvl4pPr>
            <a:lvl5pPr marL="1828800" marR="0" indent="0" algn="l" rtl="0">
              <a:defRPr/>
            </a:lvl5pPr>
            <a:lvl6pPr marL="2286000" marR="0" indent="0" algn="l" rtl="0">
              <a:defRPr/>
            </a:lvl6pPr>
            <a:lvl7pPr marL="2743200" marR="0" indent="0" algn="l" rtl="0">
              <a:defRPr/>
            </a:lvl7pPr>
            <a:lvl8pPr marL="3200400" marR="0" indent="0" algn="l" rtl="0">
              <a:defRPr/>
            </a:lvl8pPr>
            <a:lvl9pPr marL="3657600" marR="0" indent="0" algn="l" rtl="0">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Shape 78"/>
        <p:cNvGrpSpPr/>
        <p:nvPr/>
      </p:nvGrpSpPr>
      <p:grpSpPr>
        <a:xfrm>
          <a:off x="0" y="0"/>
          <a:ext cx="0" cy="0"/>
          <a:chOff x="0" y="0"/>
          <a:chExt cx="0" cy="0"/>
        </a:xfrm>
      </p:grpSpPr>
      <p:sp>
        <p:nvSpPr>
          <p:cNvPr id="79" name="Shape 79"/>
          <p:cNvSpPr txBox="1">
            <a:spLocks noGrp="1"/>
          </p:cNvSpPr>
          <p:nvPr>
            <p:ph type="title"/>
          </p:nvPr>
        </p:nvSpPr>
        <p:spPr>
          <a:xfrm rot="5400000">
            <a:off x="5211762" y="2395537"/>
            <a:ext cx="6454775" cy="2266949"/>
          </a:xfrm>
          <a:prstGeom prst="rect">
            <a:avLst/>
          </a:prstGeom>
          <a:solidFill>
            <a:srgbClr val="99CC00"/>
          </a:solidFill>
          <a:ln>
            <a:noFill/>
          </a:ln>
        </p:spPr>
        <p:txBody>
          <a:bodyPr lIns="91425" tIns="91425" rIns="91425" bIns="91425" anchor="ctr" anchorCtr="0"/>
          <a:lstStyle>
            <a:lvl1pPr algn="ctr" rtl="0">
              <a:lnSpc>
                <a:spcPct val="93000"/>
              </a:lnSpc>
              <a:spcBef>
                <a:spcPts val="0"/>
              </a:spcBef>
              <a:spcAft>
                <a:spcPts val="0"/>
              </a:spcAft>
              <a:defRPr/>
            </a:lvl1pPr>
            <a:lvl2pPr algn="ctr" rtl="0">
              <a:lnSpc>
                <a:spcPct val="93000"/>
              </a:lnSpc>
              <a:spcBef>
                <a:spcPts val="0"/>
              </a:spcBef>
              <a:spcAft>
                <a:spcPts val="0"/>
              </a:spcAft>
              <a:defRPr/>
            </a:lvl2pPr>
            <a:lvl3pPr algn="ctr" rtl="0">
              <a:lnSpc>
                <a:spcPct val="93000"/>
              </a:lnSpc>
              <a:spcBef>
                <a:spcPts val="0"/>
              </a:spcBef>
              <a:spcAft>
                <a:spcPts val="0"/>
              </a:spcAft>
              <a:defRPr/>
            </a:lvl3pPr>
            <a:lvl4pPr algn="ctr" rtl="0">
              <a:lnSpc>
                <a:spcPct val="93000"/>
              </a:lnSpc>
              <a:spcBef>
                <a:spcPts val="0"/>
              </a:spcBef>
              <a:spcAft>
                <a:spcPts val="0"/>
              </a:spcAft>
              <a:defRPr/>
            </a:lvl4pPr>
            <a:lvl5pPr algn="ctr" rtl="0">
              <a:lnSpc>
                <a:spcPct val="93000"/>
              </a:lnSpc>
              <a:spcBef>
                <a:spcPts val="0"/>
              </a:spcBef>
              <a:spcAft>
                <a:spcPts val="0"/>
              </a:spcAft>
              <a:defRPr/>
            </a:lvl5pPr>
            <a:lvl6pPr marL="2514600" indent="-228600" algn="ctr" rtl="0">
              <a:lnSpc>
                <a:spcPct val="93000"/>
              </a:lnSpc>
              <a:spcBef>
                <a:spcPts val="0"/>
              </a:spcBef>
              <a:spcAft>
                <a:spcPts val="0"/>
              </a:spcAft>
              <a:defRPr/>
            </a:lvl6pPr>
            <a:lvl7pPr marL="2971800" indent="-228600" algn="ctr" rtl="0">
              <a:lnSpc>
                <a:spcPct val="93000"/>
              </a:lnSpc>
              <a:spcBef>
                <a:spcPts val="0"/>
              </a:spcBef>
              <a:spcAft>
                <a:spcPts val="0"/>
              </a:spcAft>
              <a:defRPr/>
            </a:lvl7pPr>
            <a:lvl8pPr marL="3429000" indent="-228600" algn="ctr" rtl="0">
              <a:lnSpc>
                <a:spcPct val="93000"/>
              </a:lnSpc>
              <a:spcBef>
                <a:spcPts val="0"/>
              </a:spcBef>
              <a:spcAft>
                <a:spcPts val="0"/>
              </a:spcAft>
              <a:defRPr/>
            </a:lvl8pPr>
            <a:lvl9pPr marL="3886200" indent="-228600" algn="ctr" rtl="0">
              <a:lnSpc>
                <a:spcPct val="93000"/>
              </a:lnSpc>
              <a:spcBef>
                <a:spcPts val="0"/>
              </a:spcBef>
              <a:spcAft>
                <a:spcPts val="0"/>
              </a:spcAft>
              <a:defRPr/>
            </a:lvl9pPr>
          </a:lstStyle>
          <a:p>
            <a:endParaRPr/>
          </a:p>
        </p:txBody>
      </p:sp>
      <p:sp>
        <p:nvSpPr>
          <p:cNvPr id="80" name="Shape 80"/>
          <p:cNvSpPr txBox="1">
            <a:spLocks noGrp="1"/>
          </p:cNvSpPr>
          <p:nvPr>
            <p:ph type="body" idx="1"/>
          </p:nvPr>
        </p:nvSpPr>
        <p:spPr>
          <a:xfrm rot="5400000">
            <a:off x="601662" y="204787"/>
            <a:ext cx="6454775" cy="6648450"/>
          </a:xfrm>
          <a:prstGeom prst="rect">
            <a:avLst/>
          </a:prstGeom>
          <a:noFill/>
          <a:ln>
            <a:noFill/>
          </a:ln>
        </p:spPr>
        <p:txBody>
          <a:bodyPr lIns="91425" tIns="91425" rIns="91425" bIns="91425" anchor="t" anchorCtr="0"/>
          <a:lstStyle>
            <a:lvl1pPr marL="342900" indent="-342900" algn="l" rtl="0">
              <a:lnSpc>
                <a:spcPct val="93000"/>
              </a:lnSpc>
              <a:spcBef>
                <a:spcPts val="0"/>
              </a:spcBef>
              <a:spcAft>
                <a:spcPts val="1425"/>
              </a:spcAft>
              <a:defRPr/>
            </a:lvl1pPr>
            <a:lvl2pPr marL="742950" indent="-285750" algn="l" rtl="0">
              <a:lnSpc>
                <a:spcPct val="93000"/>
              </a:lnSpc>
              <a:spcBef>
                <a:spcPts val="0"/>
              </a:spcBef>
              <a:spcAft>
                <a:spcPts val="1138"/>
              </a:spcAft>
              <a:defRPr/>
            </a:lvl2pPr>
            <a:lvl3pPr marL="1143000" indent="-241300" algn="l" rtl="0">
              <a:lnSpc>
                <a:spcPct val="93000"/>
              </a:lnSpc>
              <a:spcBef>
                <a:spcPts val="0"/>
              </a:spcBef>
              <a:spcAft>
                <a:spcPts val="850"/>
              </a:spcAft>
              <a:defRPr/>
            </a:lvl3pPr>
            <a:lvl4pPr marL="1600200" indent="-228600" algn="l" rtl="0">
              <a:lnSpc>
                <a:spcPct val="93000"/>
              </a:lnSpc>
              <a:spcBef>
                <a:spcPts val="0"/>
              </a:spcBef>
              <a:spcAft>
                <a:spcPts val="575"/>
              </a:spcAft>
              <a:defRPr/>
            </a:lvl4pPr>
            <a:lvl5pPr marL="2057400" indent="-228600" algn="l" rtl="0">
              <a:lnSpc>
                <a:spcPct val="93000"/>
              </a:lnSpc>
              <a:spcBef>
                <a:spcPts val="0"/>
              </a:spcBef>
              <a:spcAft>
                <a:spcPts val="288"/>
              </a:spcAft>
              <a:defRPr/>
            </a:lvl5pPr>
            <a:lvl6pPr marL="2514600" indent="-228600" algn="l" rtl="0">
              <a:lnSpc>
                <a:spcPct val="93000"/>
              </a:lnSpc>
              <a:spcBef>
                <a:spcPts val="0"/>
              </a:spcBef>
              <a:spcAft>
                <a:spcPts val="288"/>
              </a:spcAft>
              <a:defRPr/>
            </a:lvl6pPr>
            <a:lvl7pPr marL="2971800" indent="-228600" algn="l" rtl="0">
              <a:lnSpc>
                <a:spcPct val="93000"/>
              </a:lnSpc>
              <a:spcBef>
                <a:spcPts val="0"/>
              </a:spcBef>
              <a:spcAft>
                <a:spcPts val="288"/>
              </a:spcAft>
              <a:defRPr/>
            </a:lvl7pPr>
            <a:lvl8pPr marL="3429000" indent="-228600" algn="l" rtl="0">
              <a:lnSpc>
                <a:spcPct val="93000"/>
              </a:lnSpc>
              <a:spcBef>
                <a:spcPts val="0"/>
              </a:spcBef>
              <a:spcAft>
                <a:spcPts val="288"/>
              </a:spcAft>
              <a:defRPr/>
            </a:lvl8pPr>
            <a:lvl9pPr marL="3886200" indent="-228600" algn="l" rtl="0">
              <a:lnSpc>
                <a:spcPct val="93000"/>
              </a:lnSpc>
              <a:spcBef>
                <a:spcPts val="0"/>
              </a:spcBef>
              <a:spcAft>
                <a:spcPts val="288"/>
              </a:spcAft>
              <a:defRPr/>
            </a:lvl9pPr>
          </a:lstStyle>
          <a:p>
            <a:endParaRPr/>
          </a:p>
        </p:txBody>
      </p:sp>
      <p:sp>
        <p:nvSpPr>
          <p:cNvPr id="81" name="Shape 81"/>
          <p:cNvSpPr txBox="1">
            <a:spLocks noGrp="1"/>
          </p:cNvSpPr>
          <p:nvPr>
            <p:ph type="dt" idx="10"/>
          </p:nvPr>
        </p:nvSpPr>
        <p:spPr>
          <a:xfrm>
            <a:off x="504825" y="6886575"/>
            <a:ext cx="2344737" cy="519112"/>
          </a:xfrm>
          <a:prstGeom prst="rect">
            <a:avLst/>
          </a:prstGeom>
          <a:noFill/>
          <a:ln>
            <a:noFill/>
          </a:ln>
        </p:spPr>
        <p:txBody>
          <a:bodyPr lIns="91425" tIns="91425" rIns="91425" bIns="91425" anchor="t" anchorCtr="0"/>
          <a:lstStyle>
            <a:lvl1pPr marL="0" marR="0" indent="0" algn="l" rtl="0">
              <a:spcBef>
                <a:spcPts val="0"/>
              </a:spcBef>
              <a:defRPr/>
            </a:lvl1pPr>
            <a:lvl2pPr marL="457200" marR="0" indent="0" algn="l" rtl="0">
              <a:defRPr/>
            </a:lvl2pPr>
            <a:lvl3pPr marL="914400" marR="0" indent="0" algn="l" rtl="0">
              <a:defRPr/>
            </a:lvl3pPr>
            <a:lvl4pPr marL="1371600" marR="0" indent="0" algn="l" rtl="0">
              <a:defRPr/>
            </a:lvl4pPr>
            <a:lvl5pPr marL="1828800" marR="0" indent="0" algn="l" rtl="0">
              <a:defRPr/>
            </a:lvl5pPr>
            <a:lvl6pPr marL="2286000" marR="0" indent="0" algn="l" rtl="0">
              <a:defRPr/>
            </a:lvl6pPr>
            <a:lvl7pPr marL="2743200" marR="0" indent="0" algn="l" rtl="0">
              <a:defRPr/>
            </a:lvl7pPr>
            <a:lvl8pPr marL="3200400" marR="0" indent="0" algn="l" rtl="0">
              <a:defRPr/>
            </a:lvl8pPr>
            <a:lvl9pPr marL="3657600" marR="0" indent="0" algn="l" rtl="0">
              <a:defRPr/>
            </a:lvl9pPr>
          </a:lstStyle>
          <a:p>
            <a:endParaRPr/>
          </a:p>
        </p:txBody>
      </p:sp>
      <p:sp>
        <p:nvSpPr>
          <p:cNvPr id="82" name="Shape 82"/>
          <p:cNvSpPr txBox="1">
            <a:spLocks noGrp="1"/>
          </p:cNvSpPr>
          <p:nvPr>
            <p:ph type="ftr" idx="11"/>
          </p:nvPr>
        </p:nvSpPr>
        <p:spPr>
          <a:xfrm>
            <a:off x="3448050" y="6886575"/>
            <a:ext cx="3194049" cy="519112"/>
          </a:xfrm>
          <a:prstGeom prst="rect">
            <a:avLst/>
          </a:prstGeom>
          <a:noFill/>
          <a:ln>
            <a:noFill/>
          </a:ln>
        </p:spPr>
        <p:txBody>
          <a:bodyPr lIns="91425" tIns="91425" rIns="91425" bIns="91425" anchor="t" anchorCtr="0"/>
          <a:lstStyle>
            <a:lvl1pPr marL="0" marR="0" indent="0" algn="l" rtl="0">
              <a:spcBef>
                <a:spcPts val="0"/>
              </a:spcBef>
              <a:defRPr/>
            </a:lvl1pPr>
            <a:lvl2pPr marL="457200" marR="0" indent="0" algn="l" rtl="0">
              <a:defRPr/>
            </a:lvl2pPr>
            <a:lvl3pPr marL="914400" marR="0" indent="0" algn="l" rtl="0">
              <a:defRPr/>
            </a:lvl3pPr>
            <a:lvl4pPr marL="1371600" marR="0" indent="0" algn="l" rtl="0">
              <a:defRPr/>
            </a:lvl4pPr>
            <a:lvl5pPr marL="1828800" marR="0" indent="0" algn="l" rtl="0">
              <a:defRPr/>
            </a:lvl5pPr>
            <a:lvl6pPr marL="2286000" marR="0" indent="0" algn="l" rtl="0">
              <a:defRPr/>
            </a:lvl6pPr>
            <a:lvl7pPr marL="2743200" marR="0" indent="0" algn="l" rtl="0">
              <a:defRPr/>
            </a:lvl7pPr>
            <a:lvl8pPr marL="3200400" marR="0" indent="0" algn="l" rtl="0">
              <a:defRPr/>
            </a:lvl8pPr>
            <a:lvl9pPr marL="3657600" marR="0" indent="0" algn="l" rtl="0">
              <a:defRPr/>
            </a:lvl9pPr>
          </a:lstStyle>
          <a:p>
            <a:endParaRPr/>
          </a:p>
        </p:txBody>
      </p:sp>
      <p:sp>
        <p:nvSpPr>
          <p:cNvPr id="83" name="Shape 83"/>
          <p:cNvSpPr txBox="1">
            <a:spLocks noGrp="1"/>
          </p:cNvSpPr>
          <p:nvPr>
            <p:ph type="sldNum" idx="12"/>
          </p:nvPr>
        </p:nvSpPr>
        <p:spPr>
          <a:xfrm>
            <a:off x="7227888" y="6886575"/>
            <a:ext cx="2346324" cy="519112"/>
          </a:xfrm>
          <a:prstGeom prst="rect">
            <a:avLst/>
          </a:prstGeom>
          <a:noFill/>
          <a:ln>
            <a:noFill/>
          </a:ln>
        </p:spPr>
        <p:txBody>
          <a:bodyPr lIns="91425" tIns="91425" rIns="91425" bIns="91425" anchor="t" anchorCtr="0"/>
          <a:lstStyle>
            <a:lvl1pPr marL="0" marR="0" indent="0" algn="r" rtl="0">
              <a:spcBef>
                <a:spcPts val="0"/>
              </a:spcBef>
              <a:defRPr/>
            </a:lvl1pPr>
            <a:lvl2pPr marL="457200" marR="0" indent="0" algn="l" rtl="0">
              <a:defRPr/>
            </a:lvl2pPr>
            <a:lvl3pPr marL="914400" marR="0" indent="0" algn="l" rtl="0">
              <a:defRPr/>
            </a:lvl3pPr>
            <a:lvl4pPr marL="1371600" marR="0" indent="0" algn="l" rtl="0">
              <a:defRPr/>
            </a:lvl4pPr>
            <a:lvl5pPr marL="1828800" marR="0" indent="0" algn="l" rtl="0">
              <a:defRPr/>
            </a:lvl5pPr>
            <a:lvl6pPr marL="2286000" marR="0" indent="0" algn="l" rtl="0">
              <a:defRPr/>
            </a:lvl6pPr>
            <a:lvl7pPr marL="2743200" marR="0" indent="0" algn="l" rtl="0">
              <a:defRPr/>
            </a:lvl7pPr>
            <a:lvl8pPr marL="3200400" marR="0" indent="0" algn="l" rtl="0">
              <a:defRPr/>
            </a:lvl8pPr>
            <a:lvl9pPr marL="3657600" marR="0" indent="0" algn="l" rtl="0">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
        <p:cNvGrpSpPr/>
        <p:nvPr/>
      </p:nvGrpSpPr>
      <p:grpSpPr>
        <a:xfrm>
          <a:off x="0" y="0"/>
          <a:ext cx="0" cy="0"/>
          <a:chOff x="0" y="0"/>
          <a:chExt cx="0" cy="0"/>
        </a:xfrm>
      </p:grpSpPr>
      <p:sp>
        <p:nvSpPr>
          <p:cNvPr id="9" name="Shape 9"/>
          <p:cNvSpPr txBox="1">
            <a:spLocks noGrp="1"/>
          </p:cNvSpPr>
          <p:nvPr>
            <p:ph type="title"/>
          </p:nvPr>
        </p:nvSpPr>
        <p:spPr>
          <a:xfrm>
            <a:off x="504825" y="301625"/>
            <a:ext cx="9067799" cy="1260474"/>
          </a:xfrm>
          <a:prstGeom prst="rect">
            <a:avLst/>
          </a:prstGeom>
          <a:solidFill>
            <a:srgbClr val="99CC00"/>
          </a:solidFill>
          <a:ln>
            <a:noFill/>
          </a:ln>
        </p:spPr>
        <p:txBody>
          <a:bodyPr lIns="91425" tIns="91425" rIns="91425" bIns="91425" anchor="ctr" anchorCtr="0"/>
          <a:lstStyle>
            <a:lvl1pPr marL="0" marR="0" indent="0" algn="ctr" rtl="0">
              <a:lnSpc>
                <a:spcPct val="93000"/>
              </a:lnSpc>
              <a:spcBef>
                <a:spcPts val="0"/>
              </a:spcBef>
              <a:spcAft>
                <a:spcPts val="0"/>
              </a:spcAft>
              <a:defRPr/>
            </a:lvl1pPr>
            <a:lvl2pPr marL="0" marR="0" indent="0" algn="ctr" rtl="0">
              <a:lnSpc>
                <a:spcPct val="93000"/>
              </a:lnSpc>
              <a:spcBef>
                <a:spcPts val="0"/>
              </a:spcBef>
              <a:spcAft>
                <a:spcPts val="0"/>
              </a:spcAft>
              <a:defRPr/>
            </a:lvl2pPr>
            <a:lvl3pPr marL="0" marR="0" indent="0" algn="ctr" rtl="0">
              <a:lnSpc>
                <a:spcPct val="93000"/>
              </a:lnSpc>
              <a:spcBef>
                <a:spcPts val="0"/>
              </a:spcBef>
              <a:spcAft>
                <a:spcPts val="0"/>
              </a:spcAft>
              <a:defRPr/>
            </a:lvl3pPr>
            <a:lvl4pPr marL="0" marR="0" indent="0" algn="ctr" rtl="0">
              <a:lnSpc>
                <a:spcPct val="93000"/>
              </a:lnSpc>
              <a:spcBef>
                <a:spcPts val="0"/>
              </a:spcBef>
              <a:spcAft>
                <a:spcPts val="0"/>
              </a:spcAft>
              <a:defRPr/>
            </a:lvl4pPr>
            <a:lvl5pPr marL="0" marR="0" indent="0" algn="ctr" rtl="0">
              <a:lnSpc>
                <a:spcPct val="93000"/>
              </a:lnSpc>
              <a:spcBef>
                <a:spcPts val="0"/>
              </a:spcBef>
              <a:spcAft>
                <a:spcPts val="0"/>
              </a:spcAft>
              <a:defRPr/>
            </a:lvl5pPr>
            <a:lvl6pPr marL="2514600" marR="0" indent="-228600" algn="ctr" rtl="0">
              <a:lnSpc>
                <a:spcPct val="93000"/>
              </a:lnSpc>
              <a:spcBef>
                <a:spcPts val="0"/>
              </a:spcBef>
              <a:spcAft>
                <a:spcPts val="0"/>
              </a:spcAft>
              <a:defRPr/>
            </a:lvl6pPr>
            <a:lvl7pPr marL="2971800" marR="0" indent="-228600" algn="ctr" rtl="0">
              <a:lnSpc>
                <a:spcPct val="93000"/>
              </a:lnSpc>
              <a:spcBef>
                <a:spcPts val="0"/>
              </a:spcBef>
              <a:spcAft>
                <a:spcPts val="0"/>
              </a:spcAft>
              <a:defRPr/>
            </a:lvl7pPr>
            <a:lvl8pPr marL="3429000" marR="0" indent="-228600" algn="ctr" rtl="0">
              <a:lnSpc>
                <a:spcPct val="93000"/>
              </a:lnSpc>
              <a:spcBef>
                <a:spcPts val="0"/>
              </a:spcBef>
              <a:spcAft>
                <a:spcPts val="0"/>
              </a:spcAft>
              <a:defRPr/>
            </a:lvl8pPr>
            <a:lvl9pPr marL="3886200" marR="0" indent="-228600" algn="ctr" rtl="0">
              <a:lnSpc>
                <a:spcPct val="93000"/>
              </a:lnSpc>
              <a:spcBef>
                <a:spcPts val="0"/>
              </a:spcBef>
              <a:spcAft>
                <a:spcPts val="0"/>
              </a:spcAft>
              <a:defRPr/>
            </a:lvl9pPr>
          </a:lstStyle>
          <a:p>
            <a:endParaRPr/>
          </a:p>
        </p:txBody>
      </p:sp>
      <p:sp>
        <p:nvSpPr>
          <p:cNvPr id="10" name="Shape 10"/>
          <p:cNvSpPr txBox="1">
            <a:spLocks noGrp="1"/>
          </p:cNvSpPr>
          <p:nvPr>
            <p:ph type="body" idx="1"/>
          </p:nvPr>
        </p:nvSpPr>
        <p:spPr>
          <a:xfrm>
            <a:off x="504825" y="1768475"/>
            <a:ext cx="9067799" cy="4987924"/>
          </a:xfrm>
          <a:prstGeom prst="rect">
            <a:avLst/>
          </a:prstGeom>
          <a:noFill/>
          <a:ln>
            <a:noFill/>
          </a:ln>
        </p:spPr>
        <p:txBody>
          <a:bodyPr lIns="91425" tIns="91425" rIns="91425" bIns="91425" anchor="t" anchorCtr="0"/>
          <a:lstStyle>
            <a:lvl1pPr marL="342900" marR="0" indent="-342900" algn="l" rtl="0">
              <a:lnSpc>
                <a:spcPct val="93000"/>
              </a:lnSpc>
              <a:spcBef>
                <a:spcPts val="0"/>
              </a:spcBef>
              <a:spcAft>
                <a:spcPts val="1425"/>
              </a:spcAft>
              <a:defRPr/>
            </a:lvl1pPr>
            <a:lvl2pPr marL="742950" marR="0" indent="-285750" algn="l" rtl="0">
              <a:lnSpc>
                <a:spcPct val="93000"/>
              </a:lnSpc>
              <a:spcBef>
                <a:spcPts val="0"/>
              </a:spcBef>
              <a:spcAft>
                <a:spcPts val="1138"/>
              </a:spcAft>
              <a:defRPr/>
            </a:lvl2pPr>
            <a:lvl3pPr marL="1143000" marR="0" indent="-241300" algn="l" rtl="0">
              <a:lnSpc>
                <a:spcPct val="93000"/>
              </a:lnSpc>
              <a:spcBef>
                <a:spcPts val="0"/>
              </a:spcBef>
              <a:spcAft>
                <a:spcPts val="850"/>
              </a:spcAft>
              <a:defRPr/>
            </a:lvl3pPr>
            <a:lvl4pPr marL="1600200" marR="0" indent="-228600" algn="l" rtl="0">
              <a:lnSpc>
                <a:spcPct val="93000"/>
              </a:lnSpc>
              <a:spcBef>
                <a:spcPts val="0"/>
              </a:spcBef>
              <a:spcAft>
                <a:spcPts val="575"/>
              </a:spcAft>
              <a:defRPr/>
            </a:lvl4pPr>
            <a:lvl5pPr marL="2057400" marR="0" indent="-228600" algn="l" rtl="0">
              <a:lnSpc>
                <a:spcPct val="93000"/>
              </a:lnSpc>
              <a:spcBef>
                <a:spcPts val="0"/>
              </a:spcBef>
              <a:spcAft>
                <a:spcPts val="288"/>
              </a:spcAft>
              <a:defRPr/>
            </a:lvl5pPr>
            <a:lvl6pPr marL="2514600" marR="0" indent="-228600" algn="l" rtl="0">
              <a:lnSpc>
                <a:spcPct val="93000"/>
              </a:lnSpc>
              <a:spcBef>
                <a:spcPts val="0"/>
              </a:spcBef>
              <a:spcAft>
                <a:spcPts val="288"/>
              </a:spcAft>
              <a:defRPr/>
            </a:lvl6pPr>
            <a:lvl7pPr marL="2971800" marR="0" indent="-228600" algn="l" rtl="0">
              <a:lnSpc>
                <a:spcPct val="93000"/>
              </a:lnSpc>
              <a:spcBef>
                <a:spcPts val="0"/>
              </a:spcBef>
              <a:spcAft>
                <a:spcPts val="288"/>
              </a:spcAft>
              <a:defRPr/>
            </a:lvl7pPr>
            <a:lvl8pPr marL="3429000" marR="0" indent="-228600" algn="l" rtl="0">
              <a:lnSpc>
                <a:spcPct val="93000"/>
              </a:lnSpc>
              <a:spcBef>
                <a:spcPts val="0"/>
              </a:spcBef>
              <a:spcAft>
                <a:spcPts val="288"/>
              </a:spcAft>
              <a:defRPr/>
            </a:lvl8pPr>
            <a:lvl9pPr marL="3886200" marR="0" indent="-228600" algn="l" rtl="0">
              <a:lnSpc>
                <a:spcPct val="93000"/>
              </a:lnSpc>
              <a:spcBef>
                <a:spcPts val="0"/>
              </a:spcBef>
              <a:spcAft>
                <a:spcPts val="288"/>
              </a:spcAft>
              <a:defRPr/>
            </a:lvl9pPr>
          </a:lstStyle>
          <a:p>
            <a:endParaRPr/>
          </a:p>
        </p:txBody>
      </p:sp>
      <p:sp>
        <p:nvSpPr>
          <p:cNvPr id="11" name="Shape 11"/>
          <p:cNvSpPr txBox="1">
            <a:spLocks noGrp="1"/>
          </p:cNvSpPr>
          <p:nvPr>
            <p:ph type="dt" idx="10"/>
          </p:nvPr>
        </p:nvSpPr>
        <p:spPr>
          <a:xfrm>
            <a:off x="504825" y="6886575"/>
            <a:ext cx="2344737" cy="519112"/>
          </a:xfrm>
          <a:prstGeom prst="rect">
            <a:avLst/>
          </a:prstGeom>
          <a:noFill/>
          <a:ln>
            <a:noFill/>
          </a:ln>
        </p:spPr>
        <p:txBody>
          <a:bodyPr lIns="91425" tIns="91425" rIns="91425" bIns="91425" anchor="t" anchorCtr="0"/>
          <a:lstStyle>
            <a:lvl1pPr marL="0" marR="0" indent="0" algn="l" rtl="0">
              <a:spcBef>
                <a:spcPts val="0"/>
              </a:spcBef>
              <a:defRPr/>
            </a:lvl1pPr>
            <a:lvl2pPr marL="457200" marR="0" indent="0" algn="l" rtl="0">
              <a:defRPr/>
            </a:lvl2pPr>
            <a:lvl3pPr marL="914400" marR="0" indent="0" algn="l" rtl="0">
              <a:defRPr/>
            </a:lvl3pPr>
            <a:lvl4pPr marL="1371600" marR="0" indent="0" algn="l" rtl="0">
              <a:defRPr/>
            </a:lvl4pPr>
            <a:lvl5pPr marL="1828800" marR="0" indent="0" algn="l" rtl="0">
              <a:defRPr/>
            </a:lvl5pPr>
            <a:lvl6pPr marL="2286000" marR="0" indent="0" algn="l" rtl="0">
              <a:defRPr/>
            </a:lvl6pPr>
            <a:lvl7pPr marL="2743200" marR="0" indent="0" algn="l" rtl="0">
              <a:defRPr/>
            </a:lvl7pPr>
            <a:lvl8pPr marL="3200400" marR="0" indent="0" algn="l" rtl="0">
              <a:defRPr/>
            </a:lvl8pPr>
            <a:lvl9pPr marL="3657600" marR="0" indent="0" algn="l" rtl="0">
              <a:defRPr/>
            </a:lvl9pPr>
          </a:lstStyle>
          <a:p>
            <a:endParaRPr/>
          </a:p>
        </p:txBody>
      </p:sp>
      <p:sp>
        <p:nvSpPr>
          <p:cNvPr id="12" name="Shape 12"/>
          <p:cNvSpPr txBox="1">
            <a:spLocks noGrp="1"/>
          </p:cNvSpPr>
          <p:nvPr>
            <p:ph type="ftr" idx="11"/>
          </p:nvPr>
        </p:nvSpPr>
        <p:spPr>
          <a:xfrm>
            <a:off x="3448050" y="6886575"/>
            <a:ext cx="3194049" cy="519112"/>
          </a:xfrm>
          <a:prstGeom prst="rect">
            <a:avLst/>
          </a:prstGeom>
          <a:noFill/>
          <a:ln>
            <a:noFill/>
          </a:ln>
        </p:spPr>
        <p:txBody>
          <a:bodyPr lIns="91425" tIns="91425" rIns="91425" bIns="91425" anchor="t" anchorCtr="0"/>
          <a:lstStyle>
            <a:lvl1pPr marL="0" marR="0" indent="0" algn="l" rtl="0">
              <a:spcBef>
                <a:spcPts val="0"/>
              </a:spcBef>
              <a:defRPr/>
            </a:lvl1pPr>
            <a:lvl2pPr marL="457200" marR="0" indent="0" algn="l" rtl="0">
              <a:defRPr/>
            </a:lvl2pPr>
            <a:lvl3pPr marL="914400" marR="0" indent="0" algn="l" rtl="0">
              <a:defRPr/>
            </a:lvl3pPr>
            <a:lvl4pPr marL="1371600" marR="0" indent="0" algn="l" rtl="0">
              <a:defRPr/>
            </a:lvl4pPr>
            <a:lvl5pPr marL="1828800" marR="0" indent="0" algn="l" rtl="0">
              <a:defRPr/>
            </a:lvl5pPr>
            <a:lvl6pPr marL="2286000" marR="0" indent="0" algn="l" rtl="0">
              <a:defRPr/>
            </a:lvl6pPr>
            <a:lvl7pPr marL="2743200" marR="0" indent="0" algn="l" rtl="0">
              <a:defRPr/>
            </a:lvl7pPr>
            <a:lvl8pPr marL="3200400" marR="0" indent="0" algn="l" rtl="0">
              <a:defRPr/>
            </a:lvl8pPr>
            <a:lvl9pPr marL="3657600" marR="0" indent="0" algn="l" rtl="0">
              <a:defRPr/>
            </a:lvl9pPr>
          </a:lstStyle>
          <a:p>
            <a:endParaRPr/>
          </a:p>
        </p:txBody>
      </p:sp>
      <p:sp>
        <p:nvSpPr>
          <p:cNvPr id="13" name="Shape 13"/>
          <p:cNvSpPr txBox="1">
            <a:spLocks noGrp="1"/>
          </p:cNvSpPr>
          <p:nvPr>
            <p:ph type="sldNum" idx="12"/>
          </p:nvPr>
        </p:nvSpPr>
        <p:spPr>
          <a:xfrm>
            <a:off x="7227888" y="6886575"/>
            <a:ext cx="2346324" cy="519112"/>
          </a:xfrm>
          <a:prstGeom prst="rect">
            <a:avLst/>
          </a:prstGeom>
          <a:noFill/>
          <a:ln>
            <a:noFill/>
          </a:ln>
        </p:spPr>
        <p:txBody>
          <a:bodyPr lIns="91425" tIns="91425" rIns="91425" bIns="91425" anchor="t" anchorCtr="0"/>
          <a:lstStyle>
            <a:lvl1pPr marL="0" marR="0" indent="0" algn="r" rtl="0">
              <a:spcBef>
                <a:spcPts val="0"/>
              </a:spcBef>
              <a:defRPr/>
            </a:lvl1pPr>
            <a:lvl2pPr marL="457200" marR="0" indent="0" algn="l" rtl="0">
              <a:defRPr/>
            </a:lvl2pPr>
            <a:lvl3pPr marL="914400" marR="0" indent="0" algn="l" rtl="0">
              <a:defRPr/>
            </a:lvl3pPr>
            <a:lvl4pPr marL="1371600" marR="0" indent="0" algn="l" rtl="0">
              <a:defRPr/>
            </a:lvl4pPr>
            <a:lvl5pPr marL="1828800" marR="0" indent="0" algn="l" rtl="0">
              <a:defRPr/>
            </a:lvl5pPr>
            <a:lvl6pPr marL="2286000" marR="0" indent="0" algn="l" rtl="0">
              <a:defRPr/>
            </a:lvl6pPr>
            <a:lvl7pPr marL="2743200" marR="0" indent="0" algn="l" rtl="0">
              <a:defRPr/>
            </a:lvl7pPr>
            <a:lvl8pPr marL="3200400" marR="0" indent="0" algn="l" rtl="0">
              <a:defRPr/>
            </a:lvl8pPr>
            <a:lvl9pPr marL="3657600" marR="0" indent="0" algn="l" rtl="0">
              <a:defRPr/>
            </a:lvl9pPr>
          </a:lstStyle>
          <a:p>
            <a:endParaRPr/>
          </a:p>
        </p:txBody>
      </p:sp>
      <p:pic>
        <p:nvPicPr>
          <p:cNvPr id="14" name="Shape 14"/>
          <p:cNvPicPr preferRelativeResize="0"/>
          <p:nvPr/>
        </p:nvPicPr>
        <p:blipFill>
          <a:blip r:embed="rId13"/>
          <a:stretch>
            <a:fillRect/>
          </a:stretch>
        </p:blipFill>
        <p:spPr>
          <a:xfrm>
            <a:off x="7600950" y="6732588"/>
            <a:ext cx="2087562" cy="619124"/>
          </a:xfrm>
          <a:prstGeom prst="rect">
            <a:avLst/>
          </a:prstGeom>
        </p:spPr>
      </p:pic>
      <p:pic>
        <p:nvPicPr>
          <p:cNvPr id="15" name="Shape 15"/>
          <p:cNvPicPr preferRelativeResize="0"/>
          <p:nvPr/>
        </p:nvPicPr>
        <p:blipFill>
          <a:blip r:embed="rId14"/>
          <a:stretch>
            <a:fillRect/>
          </a:stretch>
        </p:blipFill>
        <p:spPr>
          <a:xfrm>
            <a:off x="144463" y="6692900"/>
            <a:ext cx="2982912" cy="758825"/>
          </a:xfrm>
          <a:prstGeom prst="rect">
            <a:avLst/>
          </a:prstGeom>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xStyles>
    <p:title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p:titleStyle>
    <p:body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p:bodyStyle>
    <p:other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hyperlink" Target="https://github.com/UCL-EO/geog0133/blob/main/docs/notebooks_lab/011_Photosynthesis_Modelling_Practical.ipynb"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5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cholar.google.com.mx/scholar_url?hl=en&amp;q=http://www.geo.utexas.edu/courses/387H/LAID_papers/Farquhar_etal1980.pdf&amp;sa=X&amp;scisig=AAGBfm32YGPZTIiCDrsrnI-XMp3AZJay1w&amp;oi=scholarr"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hyperlink" Target="http://rstb.royalsocietypublishing.org/content/273/927/593.full.pdf+html" TargetMode="External"/><Relationship Id="rId4" Type="http://schemas.openxmlformats.org/officeDocument/2006/relationships/hyperlink" Target="http://quest.bris.ac.uk/publications/knorr/thesis/thesis.html"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www.google.com.mx/url?sa=t&amp;rct=j&amp;q=stomatal%20control%20of%20photosynthesis%20and%20transpiration&amp;source=web&amp;cd=2&amp;ved=0CCoQFjAB&amp;url=http%3A%2F%2Fwww.ipicyt.edu.mx%2Fstorage-sipicyt%2Fmaterialposgrado%2FStomatalContPsn-clsPS.pdf&amp;ei=e_0WT8j_Mu3KsQKFpqynAg&amp;usg=AFQjCNEvJWZjVLBkWPJb90OOd3T7Mecjhg&amp;sig2=1momBiUiVzDZ2wQE-0TyfA&amp;cad=rja" TargetMode="External"/><Relationship Id="rId2" Type="http://schemas.openxmlformats.org/officeDocument/2006/relationships/hyperlink" Target="http://www.amazon.co.uk/Plants-Microclimate-Quantitative-Environmental-Physiology/dp/0521425247/ref=sr_1_fkmr1_1?ie=UTF8&amp;qid=1326907523&amp;sr=8-1-fkmr1"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Shape 85"/>
          <p:cNvSpPr txBox="1">
            <a:spLocks noGrp="1"/>
          </p:cNvSpPr>
          <p:nvPr>
            <p:ph type="ctrTitle"/>
          </p:nvPr>
        </p:nvSpPr>
        <p:spPr>
          <a:xfrm>
            <a:off x="719831" y="179436"/>
            <a:ext cx="8568629" cy="1728191"/>
          </a:xfrm>
          <a:prstGeom prst="rect">
            <a:avLst/>
          </a:prstGeom>
          <a:solidFill>
            <a:srgbClr val="D8D8D8"/>
          </a:solidFill>
          <a:ln>
            <a:noFill/>
          </a:ln>
        </p:spPr>
        <p:txBody>
          <a:bodyPr lIns="0" tIns="0" rIns="0" bIns="0" anchor="ctr" anchorCtr="0">
            <a:noAutofit/>
          </a:bodyPr>
          <a:lstStyle/>
          <a:p>
            <a:pPr>
              <a:buSzPct val="25000"/>
            </a:pPr>
            <a:r>
              <a:rPr lang="en-US" sz="3600" b="1" i="0" u="none" strike="noStrike" cap="none" baseline="0" dirty="0">
                <a:solidFill>
                  <a:srgbClr val="000000"/>
                </a:solidFill>
                <a:latin typeface="Arial"/>
                <a:ea typeface="Arial"/>
                <a:cs typeface="Arial"/>
                <a:sym typeface="Arial"/>
              </a:rPr>
              <a:t>GEOG0113 </a:t>
            </a:r>
            <a:r>
              <a:rPr lang="en-US" sz="3600" b="1" dirty="0"/>
              <a:t>Lecture 010</a:t>
            </a:r>
            <a:br>
              <a:rPr lang="en-US" sz="3600" b="1" i="0" u="none" strike="noStrike" cap="none" baseline="0" dirty="0">
                <a:solidFill>
                  <a:srgbClr val="000000"/>
                </a:solidFill>
                <a:latin typeface="Arial"/>
                <a:ea typeface="Arial"/>
                <a:cs typeface="Arial"/>
                <a:sym typeface="Arial"/>
              </a:rPr>
            </a:br>
            <a:r>
              <a:rPr lang="en-GB" sz="3600" b="1" dirty="0"/>
              <a:t>Modelling Photosynthesis</a:t>
            </a:r>
            <a:endParaRPr lang="en-US" sz="3600" b="1" i="0" u="none" strike="noStrike" cap="none" baseline="0" dirty="0">
              <a:solidFill>
                <a:srgbClr val="000000"/>
              </a:solidFill>
              <a:latin typeface="Arial"/>
              <a:ea typeface="Arial"/>
              <a:cs typeface="Arial"/>
              <a:sym typeface="Arial"/>
            </a:endParaRPr>
          </a:p>
        </p:txBody>
      </p:sp>
      <p:sp>
        <p:nvSpPr>
          <p:cNvPr id="86" name="Shape 86"/>
          <p:cNvSpPr txBox="1">
            <a:spLocks noGrp="1"/>
          </p:cNvSpPr>
          <p:nvPr>
            <p:ph type="subTitle" idx="1"/>
          </p:nvPr>
        </p:nvSpPr>
        <p:spPr>
          <a:xfrm>
            <a:off x="1839911" y="3779837"/>
            <a:ext cx="6172199" cy="2362200"/>
          </a:xfrm>
          <a:prstGeom prst="rect">
            <a:avLst/>
          </a:prstGeom>
          <a:solidFill>
            <a:srgbClr val="D8D8D8"/>
          </a:solidFill>
          <a:ln>
            <a:noFill/>
          </a:ln>
        </p:spPr>
        <p:txBody>
          <a:bodyPr lIns="0" tIns="28200" rIns="0" bIns="0" anchor="ctr" anchorCtr="1">
            <a:noAutofit/>
          </a:bodyPr>
          <a:lstStyle/>
          <a:p>
            <a:pPr marL="0" marR="0" lvl="0" indent="0" algn="ctr" rtl="0">
              <a:lnSpc>
                <a:spcPct val="93000"/>
              </a:lnSpc>
              <a:spcBef>
                <a:spcPts val="0"/>
              </a:spcBef>
              <a:spcAft>
                <a:spcPts val="0"/>
              </a:spcAft>
              <a:buSzPct val="25000"/>
              <a:buNone/>
            </a:pPr>
            <a:r>
              <a:rPr lang="en-US" sz="3200" b="1" i="0" u="none" strike="noStrike" cap="none" baseline="0" dirty="0" err="1">
                <a:solidFill>
                  <a:srgbClr val="000000"/>
                </a:solidFill>
                <a:latin typeface="Arial"/>
                <a:ea typeface="Arial"/>
                <a:cs typeface="Arial"/>
                <a:sym typeface="Arial"/>
              </a:rPr>
              <a:t>H.Heorton</a:t>
            </a:r>
            <a:endParaRPr lang="en-US" sz="3200" b="1" dirty="0"/>
          </a:p>
          <a:p>
            <a:pPr marL="0" marR="0" lvl="0" indent="0" algn="ctr" rtl="0">
              <a:lnSpc>
                <a:spcPct val="93000"/>
              </a:lnSpc>
              <a:spcBef>
                <a:spcPts val="0"/>
              </a:spcBef>
              <a:spcAft>
                <a:spcPts val="0"/>
              </a:spcAft>
              <a:buSzPct val="25000"/>
              <a:buNone/>
            </a:pPr>
            <a:endParaRPr lang="en-US" sz="3200" b="1" i="0" u="none" strike="noStrike" cap="none" baseline="0" dirty="0">
              <a:solidFill>
                <a:srgbClr val="000000"/>
              </a:solidFill>
              <a:latin typeface="Arial"/>
              <a:ea typeface="Arial"/>
              <a:cs typeface="Arial"/>
              <a:sym typeface="Arial"/>
            </a:endParaRPr>
          </a:p>
          <a:p>
            <a:pPr marL="0" marR="0" lvl="0" indent="0" algn="ctr" rtl="0">
              <a:lnSpc>
                <a:spcPct val="93000"/>
              </a:lnSpc>
              <a:spcBef>
                <a:spcPts val="0"/>
              </a:spcBef>
              <a:spcAft>
                <a:spcPts val="0"/>
              </a:spcAft>
              <a:buSzPct val="25000"/>
              <a:buNone/>
            </a:pPr>
            <a:r>
              <a:rPr lang="en-US" sz="3200" b="0" i="0" u="none" strike="noStrike" cap="none" baseline="0" dirty="0">
                <a:solidFill>
                  <a:srgbClr val="000000"/>
                </a:solidFill>
                <a:latin typeface="Arial"/>
                <a:ea typeface="Arial"/>
                <a:cs typeface="Arial"/>
                <a:sym typeface="Arial"/>
              </a:rPr>
              <a:t>UCL Geography </a:t>
            </a:r>
          </a:p>
          <a:p>
            <a:pPr marL="0" marR="0" lvl="0" indent="0" algn="ctr" rtl="0">
              <a:lnSpc>
                <a:spcPct val="93000"/>
              </a:lnSpc>
              <a:spcBef>
                <a:spcPts val="0"/>
              </a:spcBef>
              <a:spcAft>
                <a:spcPts val="0"/>
              </a:spcAft>
              <a:buSzPct val="25000"/>
              <a:buNone/>
            </a:pPr>
            <a:r>
              <a:rPr lang="en-US" sz="3200" b="0" i="0" u="none" strike="noStrike" cap="none" baseline="0" dirty="0">
                <a:solidFill>
                  <a:srgbClr val="000000"/>
                </a:solidFill>
                <a:latin typeface="Arial"/>
                <a:ea typeface="Arial"/>
                <a:cs typeface="Arial"/>
                <a:sym typeface="Arial"/>
              </a:rPr>
              <a:t>&amp; NERC NCEO</a:t>
            </a:r>
          </a:p>
        </p:txBody>
      </p:sp>
    </p:spTree>
  </p:cSld>
  <p:clrMapOvr>
    <a:masterClrMapping/>
  </p:clrMapOvr>
  <p:transition spd="slow">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Shape 92"/>
          <p:cNvSpPr txBox="1">
            <a:spLocks noGrp="1"/>
          </p:cNvSpPr>
          <p:nvPr>
            <p:ph type="title"/>
          </p:nvPr>
        </p:nvSpPr>
        <p:spPr>
          <a:xfrm>
            <a:off x="504825" y="301625"/>
            <a:ext cx="9067799" cy="1260474"/>
          </a:xfrm>
          <a:prstGeom prst="rect">
            <a:avLst/>
          </a:prstGeom>
          <a:solidFill>
            <a:srgbClr val="99CC00"/>
          </a:solidFill>
          <a:ln>
            <a:noFill/>
          </a:ln>
        </p:spPr>
        <p:txBody>
          <a:bodyPr lIns="0" tIns="0" rIns="0" bIns="0" anchor="ctr" anchorCtr="0">
            <a:noAutofit/>
          </a:bodyPr>
          <a:lstStyle/>
          <a:p>
            <a:pPr marL="0" marR="0" lvl="0" indent="0" algn="ctr" rtl="0">
              <a:lnSpc>
                <a:spcPct val="93000"/>
              </a:lnSpc>
              <a:spcBef>
                <a:spcPts val="0"/>
              </a:spcBef>
              <a:spcAft>
                <a:spcPts val="0"/>
              </a:spcAft>
              <a:buSzPct val="25000"/>
              <a:buNone/>
            </a:pPr>
            <a:r>
              <a:rPr lang="en-US" sz="4400" b="1" i="0" u="none" strike="noStrike" cap="none" baseline="0">
                <a:solidFill>
                  <a:srgbClr val="000000"/>
                </a:solidFill>
                <a:latin typeface="Arial"/>
                <a:ea typeface="Arial"/>
                <a:cs typeface="Arial"/>
                <a:sym typeface="Arial"/>
              </a:rPr>
              <a:t>Aims of lecture</a:t>
            </a:r>
          </a:p>
        </p:txBody>
      </p:sp>
      <p:sp>
        <p:nvSpPr>
          <p:cNvPr id="93" name="Shape 93"/>
          <p:cNvSpPr txBox="1">
            <a:spLocks noGrp="1"/>
          </p:cNvSpPr>
          <p:nvPr>
            <p:ph type="body" idx="1"/>
          </p:nvPr>
        </p:nvSpPr>
        <p:spPr>
          <a:xfrm>
            <a:off x="504825" y="1768475"/>
            <a:ext cx="9067799" cy="4987924"/>
          </a:xfrm>
          <a:prstGeom prst="rect">
            <a:avLst/>
          </a:prstGeom>
          <a:noFill/>
          <a:ln>
            <a:noFill/>
          </a:ln>
        </p:spPr>
        <p:txBody>
          <a:bodyPr lIns="0" tIns="28200" rIns="0" bIns="0" anchor="t" anchorCtr="0">
            <a:noAutofit/>
          </a:bodyPr>
          <a:lstStyle/>
          <a:p>
            <a:pPr marL="342900" marR="0" lvl="0" indent="-342900" algn="l" rtl="0">
              <a:lnSpc>
                <a:spcPct val="93000"/>
              </a:lnSpc>
              <a:spcBef>
                <a:spcPts val="0"/>
              </a:spcBef>
              <a:spcAft>
                <a:spcPts val="0"/>
              </a:spcAft>
              <a:buSzPct val="25000"/>
              <a:buNone/>
            </a:pPr>
            <a:r>
              <a:rPr lang="en-US" sz="2400" b="0" i="0" u="none" strike="noStrike" cap="none" baseline="0" dirty="0">
                <a:solidFill>
                  <a:srgbClr val="000000"/>
                </a:solidFill>
                <a:latin typeface="Arial"/>
                <a:ea typeface="Arial"/>
                <a:cs typeface="Arial"/>
                <a:sym typeface="Arial"/>
              </a:rPr>
              <a:t>In this lecture, we will consider:</a:t>
            </a:r>
          </a:p>
          <a:p>
            <a:pPr marL="457200" lvl="0" indent="-457200">
              <a:spcBef>
                <a:spcPts val="1425"/>
              </a:spcBef>
              <a:spcAft>
                <a:spcPts val="0"/>
              </a:spcAft>
              <a:buClr>
                <a:srgbClr val="000000"/>
              </a:buClr>
              <a:buSzPct val="100000"/>
              <a:buFont typeface="Arial"/>
              <a:buAutoNum type="arabicPeriod"/>
            </a:pPr>
            <a:r>
              <a:rPr lang="en-US" sz="2400" dirty="0"/>
              <a:t>Farquhar approach</a:t>
            </a:r>
          </a:p>
          <a:p>
            <a:pPr marL="457200" lvl="0" indent="-457200">
              <a:spcBef>
                <a:spcPts val="1425"/>
              </a:spcBef>
              <a:spcAft>
                <a:spcPts val="0"/>
              </a:spcAft>
              <a:buClr>
                <a:srgbClr val="000000"/>
              </a:buClr>
              <a:buSzPct val="100000"/>
              <a:buFont typeface="Arial"/>
              <a:buAutoNum type="arabicPeriod"/>
            </a:pPr>
            <a:r>
              <a:rPr lang="en-US" sz="2400" b="0" i="0" u="none" strike="noStrike" cap="none" baseline="0" dirty="0">
                <a:solidFill>
                  <a:srgbClr val="000000"/>
                </a:solidFill>
                <a:latin typeface="Arial"/>
                <a:ea typeface="Arial"/>
                <a:cs typeface="Arial"/>
                <a:sym typeface="Arial"/>
              </a:rPr>
              <a:t>Modelling controls on photosynthesis</a:t>
            </a:r>
          </a:p>
          <a:p>
            <a:pPr marL="457200" marR="0" lvl="0" indent="-457200" algn="l" rtl="0">
              <a:lnSpc>
                <a:spcPct val="93000"/>
              </a:lnSpc>
              <a:spcBef>
                <a:spcPts val="1425"/>
              </a:spcBef>
              <a:spcAft>
                <a:spcPts val="0"/>
              </a:spcAft>
              <a:buClr>
                <a:srgbClr val="000000"/>
              </a:buClr>
              <a:buSzPct val="100000"/>
              <a:buFont typeface="Arial"/>
              <a:buAutoNum type="arabicPeriod"/>
            </a:pPr>
            <a:endParaRPr lang="en-US" sz="2400" b="0" i="0" u="none" strike="noStrike" cap="none" baseline="0" dirty="0">
              <a:solidFill>
                <a:srgbClr val="000000"/>
              </a:solidFill>
              <a:latin typeface="Arial"/>
              <a:ea typeface="Arial"/>
              <a:cs typeface="Arial"/>
              <a:sym typeface="Arial"/>
            </a:endParaRPr>
          </a:p>
          <a:p>
            <a:endParaRPr lang="en-US" sz="2400" b="0" i="0" u="none" strike="noStrike" cap="none" baseline="0" dirty="0">
              <a:solidFill>
                <a:srgbClr val="000000"/>
              </a:solidFill>
              <a:latin typeface="Arial"/>
              <a:ea typeface="Arial"/>
              <a:cs typeface="Arial"/>
              <a:sym typeface="Arial"/>
            </a:endParaRPr>
          </a:p>
        </p:txBody>
      </p:sp>
    </p:spTree>
  </p:cSld>
  <p:clrMapOvr>
    <a:masterClrMapping/>
  </p:clrMapOvr>
  <p:transition spd="slow">
    <p:cu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sp>
        <p:nvSpPr>
          <p:cNvPr id="558" name="Shape 558"/>
          <p:cNvSpPr txBox="1">
            <a:spLocks noGrp="1"/>
          </p:cNvSpPr>
          <p:nvPr>
            <p:ph type="title"/>
          </p:nvPr>
        </p:nvSpPr>
        <p:spPr>
          <a:xfrm>
            <a:off x="504825" y="301625"/>
            <a:ext cx="9067799" cy="1260474"/>
          </a:xfrm>
          <a:prstGeom prst="rect">
            <a:avLst/>
          </a:prstGeom>
          <a:solidFill>
            <a:srgbClr val="99CC00"/>
          </a:solidFill>
          <a:ln>
            <a:noFill/>
          </a:ln>
        </p:spPr>
        <p:txBody>
          <a:bodyPr lIns="0" tIns="0" rIns="0" bIns="0" anchor="ctr" anchorCtr="0">
            <a:noAutofit/>
          </a:bodyPr>
          <a:lstStyle/>
          <a:p>
            <a:pPr marL="0" marR="0" lvl="0" indent="0" algn="ctr" rtl="0">
              <a:lnSpc>
                <a:spcPct val="93000"/>
              </a:lnSpc>
              <a:spcBef>
                <a:spcPts val="0"/>
              </a:spcBef>
              <a:spcAft>
                <a:spcPts val="0"/>
              </a:spcAft>
              <a:buSzPct val="25000"/>
              <a:buNone/>
            </a:pPr>
            <a:r>
              <a:rPr lang="en-US" sz="4400" b="1" i="0" u="none" strike="noStrike" cap="none" baseline="0">
                <a:solidFill>
                  <a:srgbClr val="000000"/>
                </a:solidFill>
                <a:latin typeface="Arial"/>
                <a:ea typeface="Arial"/>
                <a:cs typeface="Arial"/>
                <a:sym typeface="Arial"/>
              </a:rPr>
              <a:t>5. Modelling Photosynthesis</a:t>
            </a:r>
          </a:p>
        </p:txBody>
      </p:sp>
      <p:sp>
        <p:nvSpPr>
          <p:cNvPr id="559" name="Shape 559"/>
          <p:cNvSpPr txBox="1">
            <a:spLocks noGrp="1"/>
          </p:cNvSpPr>
          <p:nvPr>
            <p:ph type="body" idx="1"/>
          </p:nvPr>
        </p:nvSpPr>
        <p:spPr>
          <a:xfrm>
            <a:off x="504825" y="1768475"/>
            <a:ext cx="9067799" cy="4987924"/>
          </a:xfrm>
          <a:prstGeom prst="rect">
            <a:avLst/>
          </a:prstGeom>
          <a:noFill/>
          <a:ln>
            <a:noFill/>
          </a:ln>
        </p:spPr>
        <p:txBody>
          <a:bodyPr lIns="0" tIns="28200" rIns="0" bIns="0" anchor="t" anchorCtr="0">
            <a:noAutofit/>
          </a:bodyPr>
          <a:lstStyle/>
          <a:p>
            <a:pPr marL="342900" marR="0" lvl="0" indent="-342900" algn="l" rtl="0">
              <a:lnSpc>
                <a:spcPct val="93000"/>
              </a:lnSpc>
              <a:spcBef>
                <a:spcPts val="0"/>
              </a:spcBef>
              <a:spcAft>
                <a:spcPts val="1425"/>
              </a:spcAft>
              <a:buSzPct val="25000"/>
              <a:buNone/>
            </a:pPr>
            <a:r>
              <a:rPr lang="en-US" sz="3200" b="0" i="0" u="none" strike="noStrike" cap="none" baseline="0" dirty="0">
                <a:solidFill>
                  <a:srgbClr val="000000"/>
                </a:solidFill>
                <a:latin typeface="Arial"/>
                <a:ea typeface="Arial"/>
                <a:cs typeface="Arial"/>
                <a:sym typeface="Arial"/>
              </a:rPr>
              <a:t>Farquhar approach:</a:t>
            </a:r>
          </a:p>
        </p:txBody>
      </p:sp>
      <p:pic>
        <p:nvPicPr>
          <p:cNvPr id="560" name="Shape 560"/>
          <p:cNvPicPr preferRelativeResize="0"/>
          <p:nvPr/>
        </p:nvPicPr>
        <p:blipFill>
          <a:blip r:embed="rId3"/>
          <a:stretch>
            <a:fillRect/>
          </a:stretch>
        </p:blipFill>
        <p:spPr>
          <a:xfrm>
            <a:off x="2376016" y="2425699"/>
            <a:ext cx="5436120" cy="4195266"/>
          </a:xfrm>
          <a:prstGeom prst="rect">
            <a:avLst/>
          </a:prstGeom>
        </p:spPr>
      </p:pic>
      <p:sp>
        <p:nvSpPr>
          <p:cNvPr id="561" name="Shape 561"/>
          <p:cNvSpPr txBox="1"/>
          <p:nvPr/>
        </p:nvSpPr>
        <p:spPr>
          <a:xfrm>
            <a:off x="1" y="3059757"/>
            <a:ext cx="9948672" cy="523220"/>
          </a:xfrm>
          <a:prstGeom prst="rect">
            <a:avLst/>
          </a:prstGeom>
          <a:noFill/>
          <a:ln>
            <a:noFill/>
          </a:ln>
        </p:spPr>
        <p:txBody>
          <a:bodyPr lIns="91425" tIns="45700" rIns="91425" bIns="45700" anchor="t" anchorCtr="0">
            <a:noAutofit/>
          </a:bodyPr>
          <a:lstStyle/>
          <a:p>
            <a:pPr marL="0" marR="0" lvl="0" indent="0" algn="ctr" rtl="0">
              <a:lnSpc>
                <a:spcPct val="93000"/>
              </a:lnSpc>
              <a:spcBef>
                <a:spcPts val="0"/>
              </a:spcBef>
              <a:spcAft>
                <a:spcPts val="0"/>
              </a:spcAft>
              <a:buSzPct val="25000"/>
              <a:buNone/>
            </a:pPr>
            <a:r>
              <a:rPr lang="en-US" sz="1800" b="0" i="0" u="none" strike="noStrike" cap="none" baseline="0" dirty="0" err="1">
                <a:solidFill>
                  <a:srgbClr val="000000"/>
                </a:solidFill>
                <a:latin typeface="Arial"/>
                <a:ea typeface="Arial"/>
                <a:cs typeface="Arial"/>
                <a:sym typeface="Arial"/>
              </a:rPr>
              <a:t>Assim</a:t>
            </a:r>
            <a:r>
              <a:rPr lang="en-US" sz="1800" b="0" i="0" u="none" strike="noStrike" cap="none" baseline="0" dirty="0">
                <a:solidFill>
                  <a:srgbClr val="000000"/>
                </a:solidFill>
                <a:latin typeface="Arial"/>
                <a:ea typeface="Arial"/>
                <a:cs typeface="Arial"/>
                <a:sym typeface="Arial"/>
              </a:rPr>
              <a:t>. Rate = min of electron transport limited rate and </a:t>
            </a:r>
            <a:r>
              <a:rPr lang="en-US" sz="1800" b="0" i="0" u="none" strike="noStrike" cap="none" baseline="0" dirty="0" err="1">
                <a:solidFill>
                  <a:srgbClr val="000000"/>
                </a:solidFill>
                <a:latin typeface="Arial"/>
                <a:ea typeface="Arial"/>
                <a:cs typeface="Arial"/>
                <a:sym typeface="Arial"/>
              </a:rPr>
              <a:t>carboxylating</a:t>
            </a:r>
            <a:r>
              <a:rPr lang="en-US" sz="1800" b="0" i="0" u="none" strike="noStrike" cap="none" baseline="0" dirty="0">
                <a:solidFill>
                  <a:srgbClr val="000000"/>
                </a:solidFill>
                <a:latin typeface="Arial"/>
                <a:ea typeface="Arial"/>
                <a:cs typeface="Arial"/>
                <a:sym typeface="Arial"/>
              </a:rPr>
              <a:t> rate JE, JC, &amp; leaf </a:t>
            </a:r>
            <a:r>
              <a:rPr lang="en-US" sz="1800" b="0" i="0" u="none" strike="noStrike" cap="none" baseline="0" dirty="0" err="1">
                <a:solidFill>
                  <a:srgbClr val="000000"/>
                </a:solidFill>
                <a:latin typeface="Arial"/>
                <a:ea typeface="Arial"/>
                <a:cs typeface="Arial"/>
                <a:sym typeface="Arial"/>
              </a:rPr>
              <a:t>dakr</a:t>
            </a:r>
            <a:r>
              <a:rPr lang="en-US" sz="1800" b="0" i="0" u="none" strike="noStrike" cap="none" baseline="0" dirty="0">
                <a:solidFill>
                  <a:srgbClr val="000000"/>
                </a:solidFill>
                <a:latin typeface="Arial"/>
                <a:ea typeface="Arial"/>
                <a:cs typeface="Arial"/>
                <a:sym typeface="Arial"/>
              </a:rPr>
              <a:t> </a:t>
            </a:r>
            <a:r>
              <a:rPr lang="en-US" sz="1800" b="0" i="0" u="none" strike="noStrike" cap="none" baseline="0" dirty="0" err="1">
                <a:solidFill>
                  <a:srgbClr val="000000"/>
                </a:solidFill>
                <a:latin typeface="Arial"/>
                <a:ea typeface="Arial"/>
                <a:cs typeface="Arial"/>
                <a:sym typeface="Arial"/>
              </a:rPr>
              <a:t>resp</a:t>
            </a:r>
            <a:r>
              <a:rPr lang="en-US" sz="1800" b="0" i="0" u="none" strike="noStrike" cap="none" baseline="0" dirty="0">
                <a:solidFill>
                  <a:srgbClr val="000000"/>
                </a:solidFill>
                <a:latin typeface="Arial"/>
                <a:ea typeface="Arial"/>
                <a:cs typeface="Arial"/>
                <a:sym typeface="Arial"/>
              </a:rPr>
              <a:t> Rd; 𝚪</a:t>
            </a:r>
            <a:r>
              <a:rPr lang="en-US" sz="1800" b="0" i="0" u="none" strike="noStrike" cap="none" baseline="-25000" dirty="0">
                <a:solidFill>
                  <a:srgbClr val="000000"/>
                </a:solidFill>
                <a:latin typeface="Arial"/>
                <a:ea typeface="Arial"/>
                <a:cs typeface="Arial"/>
                <a:sym typeface="Arial"/>
              </a:rPr>
              <a:t>*</a:t>
            </a:r>
            <a:r>
              <a:rPr lang="en-US" sz="1800" b="0" i="0" u="none" strike="noStrike" cap="none" baseline="0" dirty="0">
                <a:solidFill>
                  <a:srgbClr val="000000"/>
                </a:solidFill>
                <a:latin typeface="Arial"/>
                <a:ea typeface="Arial"/>
                <a:cs typeface="Arial"/>
                <a:sym typeface="Arial"/>
              </a:rPr>
              <a:t> is CO2 compensation point without leaf resp. </a:t>
            </a:r>
            <a:r>
              <a:rPr lang="en-US" sz="1800" b="0" i="0" u="none" strike="noStrike" cap="none" baseline="0" dirty="0" err="1">
                <a:solidFill>
                  <a:srgbClr val="000000"/>
                </a:solidFill>
                <a:latin typeface="Arial"/>
                <a:ea typeface="Arial"/>
                <a:cs typeface="Arial"/>
                <a:sym typeface="Arial"/>
              </a:rPr>
              <a:t>Vcmax</a:t>
            </a:r>
            <a:r>
              <a:rPr lang="en-US" sz="1800" b="0" i="0" u="none" strike="noStrike" cap="none" baseline="0" dirty="0">
                <a:solidFill>
                  <a:srgbClr val="000000"/>
                </a:solidFill>
                <a:latin typeface="Arial"/>
                <a:ea typeface="Arial"/>
                <a:cs typeface="Arial"/>
                <a:sym typeface="Arial"/>
              </a:rPr>
              <a:t> = max carboxylation rate</a:t>
            </a:r>
          </a:p>
        </p:txBody>
      </p:sp>
      <p:sp>
        <p:nvSpPr>
          <p:cNvPr id="2" name="TextBox 1">
            <a:extLst>
              <a:ext uri="{FF2B5EF4-FFF2-40B4-BE49-F238E27FC236}">
                <a16:creationId xmlns:a16="http://schemas.microsoft.com/office/drawing/2014/main" id="{BB411D6F-1937-974B-BC66-CDBB19E2F9F8}"/>
              </a:ext>
            </a:extLst>
          </p:cNvPr>
          <p:cNvSpPr txBox="1"/>
          <p:nvPr/>
        </p:nvSpPr>
        <p:spPr>
          <a:xfrm>
            <a:off x="0" y="5758697"/>
            <a:ext cx="3572424" cy="523220"/>
          </a:xfrm>
          <a:prstGeom prst="rect">
            <a:avLst/>
          </a:prstGeom>
          <a:noFill/>
        </p:spPr>
        <p:txBody>
          <a:bodyPr wrap="square" rtlCol="0">
            <a:spAutoFit/>
          </a:bodyPr>
          <a:lstStyle/>
          <a:p>
            <a:r>
              <a:rPr lang="en-GB" u="sng" dirty="0"/>
              <a:t>Farquhar et al. (1980) Planta.</a:t>
            </a:r>
            <a:r>
              <a:rPr lang="en-GB" dirty="0"/>
              <a:t> 149(1):78-90. </a:t>
            </a:r>
            <a:r>
              <a:rPr lang="en-GB" dirty="0" err="1"/>
              <a:t>doi</a:t>
            </a:r>
            <a:r>
              <a:rPr lang="en-GB" dirty="0"/>
              <a:t>: 10.1007/BF00386231.</a:t>
            </a:r>
          </a:p>
        </p:txBody>
      </p:sp>
    </p:spTree>
  </p:cSld>
  <p:clrMapOvr>
    <a:masterClrMapping/>
  </p:clrMapOvr>
  <p:transition spd="slow">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66"/>
        <p:cNvGrpSpPr/>
        <p:nvPr/>
      </p:nvGrpSpPr>
      <p:grpSpPr>
        <a:xfrm>
          <a:off x="0" y="0"/>
          <a:ext cx="0" cy="0"/>
          <a:chOff x="0" y="0"/>
          <a:chExt cx="0" cy="0"/>
        </a:xfrm>
      </p:grpSpPr>
      <p:sp>
        <p:nvSpPr>
          <p:cNvPr id="567" name="Shape 567"/>
          <p:cNvSpPr txBox="1">
            <a:spLocks noGrp="1"/>
          </p:cNvSpPr>
          <p:nvPr>
            <p:ph type="title"/>
          </p:nvPr>
        </p:nvSpPr>
        <p:spPr>
          <a:xfrm>
            <a:off x="504825" y="301625"/>
            <a:ext cx="9067799" cy="1260474"/>
          </a:xfrm>
          <a:prstGeom prst="rect">
            <a:avLst/>
          </a:prstGeom>
          <a:solidFill>
            <a:srgbClr val="99CC00"/>
          </a:solidFill>
          <a:ln>
            <a:noFill/>
          </a:ln>
        </p:spPr>
        <p:txBody>
          <a:bodyPr lIns="0" tIns="0" rIns="0" bIns="0" anchor="ctr" anchorCtr="0">
            <a:noAutofit/>
          </a:bodyPr>
          <a:lstStyle/>
          <a:p>
            <a:endParaRPr/>
          </a:p>
        </p:txBody>
      </p:sp>
      <p:pic>
        <p:nvPicPr>
          <p:cNvPr id="568" name="Shape 568"/>
          <p:cNvPicPr preferRelativeResize="0"/>
          <p:nvPr/>
        </p:nvPicPr>
        <p:blipFill>
          <a:blip r:embed="rId3"/>
          <a:stretch>
            <a:fillRect/>
          </a:stretch>
        </p:blipFill>
        <p:spPr>
          <a:xfrm>
            <a:off x="-2079" y="251444"/>
            <a:ext cx="9873659" cy="7308229"/>
          </a:xfrm>
          <a:prstGeom prst="rect">
            <a:avLst/>
          </a:prstGeom>
        </p:spPr>
      </p:pic>
      <p:sp>
        <p:nvSpPr>
          <p:cNvPr id="569" name="Shape 569"/>
          <p:cNvSpPr txBox="1">
            <a:spLocks noGrp="1"/>
          </p:cNvSpPr>
          <p:nvPr>
            <p:ph type="body" idx="1"/>
          </p:nvPr>
        </p:nvSpPr>
        <p:spPr>
          <a:xfrm>
            <a:off x="-1708248" y="251444"/>
            <a:ext cx="13285998" cy="7308229"/>
          </a:xfrm>
          <a:prstGeom prst="rect">
            <a:avLst/>
          </a:prstGeom>
          <a:noFill/>
          <a:ln w="9525" cap="flat">
            <a:solidFill>
              <a:srgbClr val="000000"/>
            </a:solidFill>
            <a:prstDash val="solid"/>
            <a:round/>
            <a:headEnd type="none" w="med" len="med"/>
            <a:tailEnd type="none" w="med" len="med"/>
          </a:ln>
        </p:spPr>
        <p:txBody>
          <a:bodyPr lIns="91425" tIns="91425" rIns="91425" bIns="91425" anchor="t" anchorCtr="0">
            <a:noAutofit/>
          </a:bodyPr>
          <a:lstStyle/>
          <a:p>
            <a:endParaRPr/>
          </a:p>
        </p:txBody>
      </p:sp>
    </p:spTree>
  </p:cSld>
  <p:clrMapOvr>
    <a:masterClrMapping/>
  </p:clrMapOvr>
  <p:transition spd="slow">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74"/>
        <p:cNvGrpSpPr/>
        <p:nvPr/>
      </p:nvGrpSpPr>
      <p:grpSpPr>
        <a:xfrm>
          <a:off x="0" y="0"/>
          <a:ext cx="0" cy="0"/>
          <a:chOff x="0" y="0"/>
          <a:chExt cx="0" cy="0"/>
        </a:xfrm>
      </p:grpSpPr>
      <p:pic>
        <p:nvPicPr>
          <p:cNvPr id="575" name="Shape 575"/>
          <p:cNvPicPr preferRelativeResize="0"/>
          <p:nvPr/>
        </p:nvPicPr>
        <p:blipFill>
          <a:blip r:embed="rId3"/>
          <a:stretch>
            <a:fillRect/>
          </a:stretch>
        </p:blipFill>
        <p:spPr>
          <a:xfrm>
            <a:off x="136481" y="0"/>
            <a:ext cx="9581220" cy="7559674"/>
          </a:xfrm>
          <a:prstGeom prst="rect">
            <a:avLst/>
          </a:prstGeom>
        </p:spPr>
      </p:pic>
      <p:sp>
        <p:nvSpPr>
          <p:cNvPr id="576" name="Shape 576"/>
          <p:cNvSpPr txBox="1">
            <a:spLocks noGrp="1"/>
          </p:cNvSpPr>
          <p:nvPr>
            <p:ph type="body" idx="1"/>
          </p:nvPr>
        </p:nvSpPr>
        <p:spPr>
          <a:xfrm>
            <a:off x="-1944464" y="0"/>
            <a:ext cx="13743112" cy="7559673"/>
          </a:xfrm>
          <a:prstGeom prst="rect">
            <a:avLst/>
          </a:prstGeom>
          <a:noFill/>
          <a:ln w="9525" cap="flat">
            <a:solidFill>
              <a:srgbClr val="000000"/>
            </a:solidFill>
            <a:prstDash val="solid"/>
            <a:round/>
            <a:headEnd type="none" w="med" len="med"/>
            <a:tailEnd type="none" w="med" len="med"/>
          </a:ln>
        </p:spPr>
        <p:txBody>
          <a:bodyPr lIns="91425" tIns="91425" rIns="91425" bIns="91425" anchor="t" anchorCtr="0">
            <a:noAutofit/>
          </a:bodyPr>
          <a:lstStyle/>
          <a:p>
            <a:endParaRPr/>
          </a:p>
        </p:txBody>
      </p:sp>
    </p:spTree>
  </p:cSld>
  <p:clrMapOvr>
    <a:masterClrMapping/>
  </p:clrMapOvr>
  <p:transition spd="slow">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81"/>
        <p:cNvGrpSpPr/>
        <p:nvPr/>
      </p:nvGrpSpPr>
      <p:grpSpPr>
        <a:xfrm>
          <a:off x="0" y="0"/>
          <a:ext cx="0" cy="0"/>
          <a:chOff x="0" y="0"/>
          <a:chExt cx="0" cy="0"/>
        </a:xfrm>
      </p:grpSpPr>
      <p:sp>
        <p:nvSpPr>
          <p:cNvPr id="582" name="Shape 582"/>
          <p:cNvSpPr txBox="1">
            <a:spLocks noGrp="1"/>
          </p:cNvSpPr>
          <p:nvPr>
            <p:ph type="title"/>
          </p:nvPr>
        </p:nvSpPr>
        <p:spPr>
          <a:xfrm>
            <a:off x="504825" y="301625"/>
            <a:ext cx="9067799" cy="1260474"/>
          </a:xfrm>
          <a:prstGeom prst="rect">
            <a:avLst/>
          </a:prstGeom>
          <a:solidFill>
            <a:srgbClr val="99CC00"/>
          </a:solidFill>
          <a:ln>
            <a:noFill/>
          </a:ln>
        </p:spPr>
        <p:txBody>
          <a:bodyPr lIns="0" tIns="0" rIns="0" bIns="0" anchor="ctr" anchorCtr="0">
            <a:noAutofit/>
          </a:bodyPr>
          <a:lstStyle/>
          <a:p>
            <a:pPr marL="0" marR="0" lvl="0" indent="0" algn="ctr" rtl="0">
              <a:lnSpc>
                <a:spcPct val="93000"/>
              </a:lnSpc>
              <a:spcBef>
                <a:spcPts val="0"/>
              </a:spcBef>
              <a:spcAft>
                <a:spcPts val="0"/>
              </a:spcAft>
              <a:buSzPct val="25000"/>
              <a:buNone/>
            </a:pPr>
            <a:r>
              <a:rPr lang="en-US" sz="4400" b="0" i="0" u="none" strike="noStrike" cap="none" baseline="0">
                <a:solidFill>
                  <a:srgbClr val="000000"/>
                </a:solidFill>
                <a:latin typeface="Arial"/>
                <a:ea typeface="Arial"/>
                <a:cs typeface="Arial"/>
                <a:sym typeface="Arial"/>
              </a:rPr>
              <a:t>Electron transport rate</a:t>
            </a:r>
          </a:p>
        </p:txBody>
      </p:sp>
      <p:sp>
        <p:nvSpPr>
          <p:cNvPr id="583" name="Shape 583"/>
          <p:cNvSpPr txBox="1">
            <a:spLocks noGrp="1"/>
          </p:cNvSpPr>
          <p:nvPr>
            <p:ph type="body" idx="1"/>
          </p:nvPr>
        </p:nvSpPr>
        <p:spPr>
          <a:xfrm>
            <a:off x="504825" y="1768475"/>
            <a:ext cx="9067799" cy="4987924"/>
          </a:xfrm>
          <a:prstGeom prst="rect">
            <a:avLst/>
          </a:prstGeom>
          <a:noFill/>
          <a:ln>
            <a:noFill/>
          </a:ln>
        </p:spPr>
        <p:txBody>
          <a:bodyPr lIns="0" tIns="28200" rIns="0" bIns="0" anchor="t" anchorCtr="0">
            <a:noAutofit/>
          </a:bodyPr>
          <a:lstStyle/>
          <a:p>
            <a:pPr marL="342900" marR="0" lvl="0" indent="-342900" algn="l" rtl="0">
              <a:lnSpc>
                <a:spcPct val="93000"/>
              </a:lnSpc>
              <a:spcBef>
                <a:spcPts val="1425"/>
              </a:spcBef>
              <a:spcAft>
                <a:spcPts val="0"/>
              </a:spcAft>
              <a:buSzPct val="25000"/>
              <a:buNone/>
            </a:pPr>
            <a:r>
              <a:rPr lang="en-US" sz="3200" b="0" i="0" u="none" strike="noStrike" cap="none" baseline="0">
                <a:solidFill>
                  <a:srgbClr val="000000"/>
                </a:solidFill>
                <a:latin typeface="Arial"/>
                <a:ea typeface="Arial"/>
                <a:cs typeface="Arial"/>
                <a:sym typeface="Arial"/>
              </a:rPr>
              <a:t>
</a:t>
            </a:r>
          </a:p>
          <a:p>
            <a:endParaRPr lang="en-US" sz="3200" b="0" i="0" u="none" strike="noStrike" cap="none" baseline="0">
              <a:solidFill>
                <a:srgbClr val="000000"/>
              </a:solidFill>
              <a:latin typeface="Arial"/>
              <a:ea typeface="Arial"/>
              <a:cs typeface="Arial"/>
              <a:sym typeface="Arial"/>
            </a:endParaRPr>
          </a:p>
          <a:p>
            <a:pPr marL="342900" marR="0" lvl="0" indent="-342900" algn="l" rtl="0">
              <a:lnSpc>
                <a:spcPct val="93000"/>
              </a:lnSpc>
              <a:spcBef>
                <a:spcPts val="1425"/>
              </a:spcBef>
              <a:spcAft>
                <a:spcPts val="1425"/>
              </a:spcAft>
              <a:buSzPct val="25000"/>
              <a:buNone/>
            </a:pPr>
            <a:r>
              <a:rPr lang="en-US" sz="3200" b="0" i="0" u="none" strike="noStrike" cap="none" baseline="0">
                <a:solidFill>
                  <a:srgbClr val="000000"/>
                </a:solidFill>
                <a:latin typeface="Arial"/>
                <a:ea typeface="Arial"/>
                <a:cs typeface="Arial"/>
                <a:sym typeface="Arial"/>
              </a:rPr>
              <a:t>depends on I, alpha, Jmax</a:t>
            </a:r>
          </a:p>
        </p:txBody>
      </p:sp>
      <p:pic>
        <p:nvPicPr>
          <p:cNvPr id="584" name="Shape 584"/>
          <p:cNvPicPr preferRelativeResize="0"/>
          <p:nvPr/>
        </p:nvPicPr>
        <p:blipFill>
          <a:blip r:embed="rId3"/>
          <a:stretch>
            <a:fillRect/>
          </a:stretch>
        </p:blipFill>
        <p:spPr>
          <a:xfrm>
            <a:off x="2592040" y="1547588"/>
            <a:ext cx="3975406" cy="1897807"/>
          </a:xfrm>
          <a:prstGeom prst="rect">
            <a:avLst/>
          </a:prstGeom>
        </p:spPr>
      </p:pic>
      <p:pic>
        <p:nvPicPr>
          <p:cNvPr id="585" name="Shape 585"/>
          <p:cNvPicPr preferRelativeResize="0"/>
          <p:nvPr/>
        </p:nvPicPr>
        <p:blipFill>
          <a:blip r:embed="rId4"/>
          <a:stretch>
            <a:fillRect/>
          </a:stretch>
        </p:blipFill>
        <p:spPr>
          <a:xfrm>
            <a:off x="1007863" y="5364012"/>
            <a:ext cx="8472360" cy="1067048"/>
          </a:xfrm>
          <a:prstGeom prst="rect">
            <a:avLst/>
          </a:prstGeom>
        </p:spPr>
      </p:pic>
      <p:sp>
        <p:nvSpPr>
          <p:cNvPr id="586" name="Shape 586"/>
          <p:cNvSpPr/>
          <p:nvPr/>
        </p:nvSpPr>
        <p:spPr>
          <a:xfrm>
            <a:off x="431800" y="4355901"/>
            <a:ext cx="9505055" cy="1134258"/>
          </a:xfrm>
          <a:prstGeom prst="rect">
            <a:avLst/>
          </a:prstGeom>
          <a:noFill/>
          <a:ln>
            <a:noFill/>
          </a:ln>
        </p:spPr>
        <p:txBody>
          <a:bodyPr lIns="91425" tIns="45700" rIns="91425" bIns="45700" anchor="t" anchorCtr="0">
            <a:noAutofit/>
          </a:bodyPr>
          <a:lstStyle/>
          <a:p>
            <a:pPr marL="0" marR="0" lvl="0" indent="0" algn="ctr" rtl="0">
              <a:lnSpc>
                <a:spcPct val="93000"/>
              </a:lnSpc>
              <a:spcBef>
                <a:spcPts val="0"/>
              </a:spcBef>
              <a:spcAft>
                <a:spcPts val="0"/>
              </a:spcAft>
              <a:buSzPct val="25000"/>
              <a:buNone/>
            </a:pPr>
            <a:r>
              <a:rPr lang="en-US" sz="1600" b="0" i="1" u="none" strike="noStrike" cap="none" baseline="0" dirty="0">
                <a:solidFill>
                  <a:srgbClr val="000000"/>
                </a:solidFill>
                <a:latin typeface="Times New Roman"/>
                <a:ea typeface="Times New Roman"/>
                <a:cs typeface="Times New Roman"/>
                <a:sym typeface="Times New Roman"/>
              </a:rPr>
              <a:t>I</a:t>
            </a:r>
            <a:r>
              <a:rPr lang="en-US" sz="1600" b="0" i="0" u="none" strike="noStrike" cap="none" baseline="0" dirty="0">
                <a:solidFill>
                  <a:srgbClr val="000000"/>
                </a:solidFill>
                <a:latin typeface="Times New Roman"/>
                <a:ea typeface="Times New Roman"/>
                <a:cs typeface="Times New Roman"/>
                <a:sym typeface="Times New Roman"/>
              </a:rPr>
              <a:t>=</a:t>
            </a:r>
            <a:r>
              <a:rPr lang="en-US" sz="1600" b="0" i="1" u="none" strike="noStrike" cap="none" baseline="0" dirty="0">
                <a:solidFill>
                  <a:srgbClr val="000000"/>
                </a:solidFill>
                <a:latin typeface="Times New Roman"/>
                <a:ea typeface="Times New Roman"/>
                <a:cs typeface="Times New Roman"/>
                <a:sym typeface="Times New Roman"/>
              </a:rPr>
              <a:t>IPAR</a:t>
            </a:r>
            <a:r>
              <a:rPr lang="en-US" sz="1600" b="0" i="0" u="none" strike="noStrike" cap="none" baseline="0" dirty="0">
                <a:solidFill>
                  <a:srgbClr val="000000"/>
                </a:solidFill>
                <a:latin typeface="Times New Roman"/>
                <a:ea typeface="Times New Roman"/>
                <a:cs typeface="Times New Roman"/>
                <a:sym typeface="Times New Roman"/>
              </a:rPr>
              <a:t>/</a:t>
            </a:r>
            <a:r>
              <a:rPr lang="en-US" sz="1600" b="0" i="1" u="none" strike="noStrike" cap="none" baseline="0" dirty="0">
                <a:solidFill>
                  <a:srgbClr val="000000"/>
                </a:solidFill>
                <a:latin typeface="Times New Roman"/>
                <a:ea typeface="Times New Roman"/>
                <a:cs typeface="Times New Roman"/>
                <a:sym typeface="Times New Roman"/>
              </a:rPr>
              <a:t>EPAR</a:t>
            </a:r>
            <a:r>
              <a:rPr lang="en-US" sz="1600" b="0" i="0" u="none" strike="noStrike" cap="none" baseline="0" dirty="0">
                <a:solidFill>
                  <a:srgbClr val="000000"/>
                </a:solidFill>
                <a:latin typeface="Arial"/>
                <a:ea typeface="Arial"/>
                <a:cs typeface="Arial"/>
                <a:sym typeface="Arial"/>
              </a:rPr>
              <a:t> where </a:t>
            </a:r>
            <a:r>
              <a:rPr lang="en-US" sz="1600" b="0" i="1" u="none" strike="noStrike" cap="none" baseline="0" dirty="0">
                <a:solidFill>
                  <a:srgbClr val="000000"/>
                </a:solidFill>
                <a:latin typeface="Times New Roman"/>
                <a:ea typeface="Times New Roman"/>
                <a:cs typeface="Times New Roman"/>
                <a:sym typeface="Times New Roman"/>
              </a:rPr>
              <a:t>IPAR</a:t>
            </a:r>
            <a:r>
              <a:rPr lang="en-US" sz="1600" b="0" i="0" u="none" strike="noStrike" cap="none" baseline="0" dirty="0">
                <a:solidFill>
                  <a:srgbClr val="000000"/>
                </a:solidFill>
                <a:latin typeface="Arial"/>
                <a:ea typeface="Arial"/>
                <a:cs typeface="Arial"/>
                <a:sym typeface="Arial"/>
              </a:rPr>
              <a:t> (</a:t>
            </a:r>
            <a:r>
              <a:rPr lang="en-US" sz="1600" b="0" i="1" u="none" strike="noStrike" cap="none" baseline="0" dirty="0">
                <a:solidFill>
                  <a:srgbClr val="000000"/>
                </a:solidFill>
                <a:latin typeface="Times New Roman"/>
                <a:ea typeface="Times New Roman"/>
                <a:cs typeface="Times New Roman"/>
                <a:sym typeface="Times New Roman"/>
              </a:rPr>
              <a:t>Wm</a:t>
            </a:r>
            <a:r>
              <a:rPr lang="en-US" sz="1600" b="0" i="0" u="none" strike="noStrike" cap="none" baseline="0" dirty="0">
                <a:solidFill>
                  <a:srgbClr val="000000"/>
                </a:solidFill>
                <a:latin typeface="Times New Roman"/>
                <a:ea typeface="Times New Roman"/>
                <a:cs typeface="Times New Roman"/>
                <a:sym typeface="Times New Roman"/>
              </a:rPr>
              <a:t>−2</a:t>
            </a:r>
            <a:r>
              <a:rPr lang="en-US" sz="1600" b="0" i="0" u="none" strike="noStrike" cap="none" baseline="0" dirty="0">
                <a:solidFill>
                  <a:srgbClr val="000000"/>
                </a:solidFill>
                <a:latin typeface="Arial"/>
                <a:ea typeface="Arial"/>
                <a:cs typeface="Arial"/>
                <a:sym typeface="Arial"/>
              </a:rPr>
              <a:t>) is the PAR absorption rate </a:t>
            </a:r>
            <a:r>
              <a:rPr lang="en-US" sz="1600" b="0" i="1" u="none" strike="noStrike" cap="none" baseline="0" dirty="0">
                <a:solidFill>
                  <a:srgbClr val="000000"/>
                </a:solidFill>
                <a:latin typeface="Times New Roman"/>
                <a:ea typeface="Times New Roman"/>
                <a:cs typeface="Times New Roman"/>
                <a:sym typeface="Times New Roman"/>
              </a:rPr>
              <a:t>EPAR</a:t>
            </a:r>
            <a:r>
              <a:rPr lang="en-US" sz="1600" b="0" i="0" u="none" strike="noStrike" cap="none" baseline="0" dirty="0">
                <a:solidFill>
                  <a:srgbClr val="000000"/>
                </a:solidFill>
                <a:latin typeface="Arial"/>
                <a:ea typeface="Arial"/>
                <a:cs typeface="Arial"/>
                <a:sym typeface="Arial"/>
              </a:rPr>
              <a:t> the energy content of PAR quanta (220 </a:t>
            </a:r>
            <a:r>
              <a:rPr lang="en-US" sz="1600" b="0" i="1" u="none" strike="noStrike" cap="none" baseline="0" dirty="0">
                <a:solidFill>
                  <a:srgbClr val="000000"/>
                </a:solidFill>
                <a:latin typeface="Times New Roman"/>
                <a:ea typeface="Times New Roman"/>
                <a:cs typeface="Times New Roman"/>
                <a:sym typeface="Times New Roman"/>
              </a:rPr>
              <a:t>kJmol</a:t>
            </a:r>
            <a:r>
              <a:rPr lang="en-US" sz="1600" b="0" i="0" u="none" strike="noStrike" cap="none" baseline="0" dirty="0">
                <a:solidFill>
                  <a:srgbClr val="000000"/>
                </a:solidFill>
                <a:latin typeface="Times New Roman"/>
                <a:ea typeface="Times New Roman"/>
                <a:cs typeface="Times New Roman"/>
                <a:sym typeface="Times New Roman"/>
              </a:rPr>
              <a:t>−1</a:t>
            </a:r>
            <a:r>
              <a:rPr lang="en-US" sz="1600" b="0" i="0" u="none" strike="noStrike" cap="none" baseline="0" dirty="0">
                <a:solidFill>
                  <a:srgbClr val="000000"/>
                </a:solidFill>
                <a:latin typeface="Arial"/>
                <a:ea typeface="Arial"/>
                <a:cs typeface="Arial"/>
                <a:sym typeface="Arial"/>
              </a:rPr>
              <a:t>), </a:t>
            </a:r>
            <a:r>
              <a:rPr lang="en-US" sz="1600" b="0" i="1" u="none" strike="noStrike" cap="none" baseline="0" dirty="0" err="1">
                <a:solidFill>
                  <a:srgbClr val="000000"/>
                </a:solidFill>
                <a:latin typeface="Times New Roman"/>
                <a:ea typeface="Times New Roman"/>
                <a:cs typeface="Times New Roman"/>
                <a:sym typeface="Times New Roman"/>
              </a:rPr>
              <a:t>Jmax</a:t>
            </a:r>
            <a:r>
              <a:rPr lang="en-US" sz="1600" b="0" i="0" u="none" strike="noStrike" cap="none" baseline="0" dirty="0">
                <a:solidFill>
                  <a:srgbClr val="000000"/>
                </a:solidFill>
                <a:latin typeface="Arial"/>
                <a:ea typeface="Arial"/>
                <a:cs typeface="Arial"/>
                <a:sym typeface="Arial"/>
              </a:rPr>
              <a:t> the maximum electron transport rate, (</a:t>
            </a:r>
            <a:r>
              <a:rPr lang="en-US" sz="1600" b="0" i="1" u="none" strike="noStrike" cap="none" baseline="0" dirty="0">
                <a:solidFill>
                  <a:srgbClr val="000000"/>
                </a:solidFill>
                <a:latin typeface="Times New Roman"/>
                <a:ea typeface="Times New Roman"/>
                <a:cs typeface="Times New Roman"/>
                <a:sym typeface="Times New Roman"/>
              </a:rPr>
              <a:t>mol</a:t>
            </a:r>
            <a:r>
              <a:rPr lang="en-US" sz="1600" b="0" i="0" u="none" strike="noStrike" cap="none" baseline="0" dirty="0">
                <a:solidFill>
                  <a:srgbClr val="000000"/>
                </a:solidFill>
                <a:latin typeface="Times New Roman"/>
                <a:ea typeface="Times New Roman"/>
                <a:cs typeface="Times New Roman"/>
                <a:sym typeface="Times New Roman"/>
              </a:rPr>
              <a:t>(</a:t>
            </a:r>
            <a:r>
              <a:rPr lang="en-US" sz="1600" b="0" i="1" u="none" strike="noStrike" cap="none" baseline="0" dirty="0">
                <a:solidFill>
                  <a:srgbClr val="000000"/>
                </a:solidFill>
                <a:latin typeface="Times New Roman"/>
                <a:ea typeface="Times New Roman"/>
                <a:cs typeface="Times New Roman"/>
                <a:sym typeface="Times New Roman"/>
              </a:rPr>
              <a:t>CO</a:t>
            </a:r>
            <a:r>
              <a:rPr lang="en-US" sz="1600" b="0" i="0" u="none" strike="noStrike" cap="none" baseline="0" dirty="0">
                <a:solidFill>
                  <a:srgbClr val="000000"/>
                </a:solidFill>
                <a:latin typeface="Times New Roman"/>
                <a:ea typeface="Times New Roman"/>
                <a:cs typeface="Times New Roman"/>
                <a:sym typeface="Times New Roman"/>
              </a:rPr>
              <a:t>2)</a:t>
            </a:r>
            <a:r>
              <a:rPr lang="en-US" sz="1600" b="0" i="1" u="none" strike="noStrike" cap="none" baseline="0" dirty="0">
                <a:solidFill>
                  <a:srgbClr val="000000"/>
                </a:solidFill>
                <a:latin typeface="Times New Roman"/>
                <a:ea typeface="Times New Roman"/>
                <a:cs typeface="Times New Roman"/>
                <a:sym typeface="Times New Roman"/>
              </a:rPr>
              <a:t>m</a:t>
            </a:r>
            <a:r>
              <a:rPr lang="en-US" sz="1600" b="0" i="0" u="none" strike="noStrike" cap="none" baseline="0" dirty="0">
                <a:solidFill>
                  <a:srgbClr val="000000"/>
                </a:solidFill>
                <a:latin typeface="Times New Roman"/>
                <a:ea typeface="Times New Roman"/>
                <a:cs typeface="Times New Roman"/>
                <a:sym typeface="Times New Roman"/>
              </a:rPr>
              <a:t>−2</a:t>
            </a:r>
            <a:r>
              <a:rPr lang="en-US" sz="1600" b="0" i="1" u="none" strike="noStrike" cap="none" baseline="0" dirty="0">
                <a:solidFill>
                  <a:srgbClr val="000000"/>
                </a:solidFill>
                <a:latin typeface="Times New Roman"/>
                <a:ea typeface="Times New Roman"/>
                <a:cs typeface="Times New Roman"/>
                <a:sym typeface="Times New Roman"/>
              </a:rPr>
              <a:t>s</a:t>
            </a:r>
            <a:r>
              <a:rPr lang="en-US" sz="1600" b="0" i="0" u="none" strike="noStrike" cap="none" baseline="0" dirty="0">
                <a:solidFill>
                  <a:srgbClr val="000000"/>
                </a:solidFill>
                <a:latin typeface="Times New Roman"/>
                <a:ea typeface="Times New Roman"/>
                <a:cs typeface="Times New Roman"/>
                <a:sym typeface="Times New Roman"/>
              </a:rPr>
              <a:t>−1</a:t>
            </a:r>
            <a:r>
              <a:rPr lang="en-US" sz="1600" b="0" i="0" u="none" strike="noStrike" cap="none" baseline="0" dirty="0">
                <a:solidFill>
                  <a:srgbClr val="000000"/>
                </a:solidFill>
                <a:latin typeface="Arial"/>
                <a:ea typeface="Arial"/>
                <a:cs typeface="Arial"/>
                <a:sym typeface="Arial"/>
              </a:rPr>
              <a:t> and </a:t>
            </a:r>
            <a:r>
              <a:rPr lang="en-US" sz="1600" b="0" i="1" u="none" strike="noStrike" cap="none" baseline="0" dirty="0">
                <a:solidFill>
                  <a:srgbClr val="000000"/>
                </a:solidFill>
                <a:latin typeface="Times New Roman"/>
                <a:ea typeface="Times New Roman"/>
                <a:cs typeface="Times New Roman"/>
                <a:sym typeface="Times New Roman"/>
              </a:rPr>
              <a:t>α</a:t>
            </a:r>
            <a:r>
              <a:rPr lang="en-US" sz="1600" b="0" i="0" u="none" strike="noStrike" cap="none" baseline="0" dirty="0">
                <a:solidFill>
                  <a:srgbClr val="000000"/>
                </a:solidFill>
                <a:latin typeface="Arial"/>
                <a:ea typeface="Arial"/>
                <a:cs typeface="Arial"/>
                <a:sym typeface="Arial"/>
              </a:rPr>
              <a:t> the efficiency of photon capture (0.28).</a:t>
            </a:r>
          </a:p>
          <a:p>
            <a:pPr marL="0" marR="0" lvl="0" indent="0" algn="ctr" rtl="0">
              <a:lnSpc>
                <a:spcPct val="93000"/>
              </a:lnSpc>
              <a:spcBef>
                <a:spcPts val="800"/>
              </a:spcBef>
              <a:spcAft>
                <a:spcPts val="0"/>
              </a:spcAft>
              <a:buSzPct val="25000"/>
              <a:buNone/>
            </a:pPr>
            <a:r>
              <a:rPr lang="en-US" sz="1600" b="0" i="1" u="none" strike="noStrike" cap="none" baseline="0" dirty="0">
                <a:solidFill>
                  <a:srgbClr val="000000"/>
                </a:solidFill>
                <a:latin typeface="Times New Roman"/>
                <a:ea typeface="Times New Roman"/>
                <a:cs typeface="Times New Roman"/>
                <a:sym typeface="Times New Roman"/>
              </a:rPr>
              <a:t>NSCL</a:t>
            </a:r>
            <a:r>
              <a:rPr lang="en-US" sz="1600" b="0" i="0" u="none" strike="noStrike" cap="none" baseline="0" dirty="0">
                <a:solidFill>
                  <a:srgbClr val="000000"/>
                </a:solidFill>
                <a:latin typeface="Arial"/>
                <a:ea typeface="Arial"/>
                <a:cs typeface="Arial"/>
                <a:sym typeface="Arial"/>
              </a:rPr>
              <a:t> is a Nitrogen scaling factor at maximum carboxylation rate and maximum electron transport rate.</a:t>
            </a:r>
          </a:p>
        </p:txBody>
      </p:sp>
    </p:spTree>
  </p:cSld>
  <p:clrMapOvr>
    <a:masterClrMapping/>
  </p:clrMapOvr>
  <p:transition spd="slow">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91"/>
        <p:cNvGrpSpPr/>
        <p:nvPr/>
      </p:nvGrpSpPr>
      <p:grpSpPr>
        <a:xfrm>
          <a:off x="0" y="0"/>
          <a:ext cx="0" cy="0"/>
          <a:chOff x="0" y="0"/>
          <a:chExt cx="0" cy="0"/>
        </a:xfrm>
      </p:grpSpPr>
      <p:sp>
        <p:nvSpPr>
          <p:cNvPr id="592" name="Shape 592"/>
          <p:cNvSpPr txBox="1">
            <a:spLocks noGrp="1"/>
          </p:cNvSpPr>
          <p:nvPr>
            <p:ph type="title"/>
          </p:nvPr>
        </p:nvSpPr>
        <p:spPr>
          <a:xfrm>
            <a:off x="504825" y="301625"/>
            <a:ext cx="9067799" cy="1260599"/>
          </a:xfrm>
          <a:prstGeom prst="rect">
            <a:avLst/>
          </a:prstGeom>
        </p:spPr>
        <p:txBody>
          <a:bodyPr lIns="91425" tIns="91425" rIns="91425" bIns="91425" anchor="ctr" anchorCtr="0">
            <a:noAutofit/>
          </a:bodyPr>
          <a:lstStyle/>
          <a:p>
            <a:pPr>
              <a:buNone/>
            </a:pPr>
            <a:r>
              <a:rPr lang="en-US" sz="4400"/>
              <a:t>Exploring Farquhar’s Eqn</a:t>
            </a:r>
          </a:p>
        </p:txBody>
      </p:sp>
      <p:sp>
        <p:nvSpPr>
          <p:cNvPr id="593" name="Shape 593"/>
          <p:cNvSpPr txBox="1">
            <a:spLocks noGrp="1"/>
          </p:cNvSpPr>
          <p:nvPr>
            <p:ph type="body" idx="1"/>
          </p:nvPr>
        </p:nvSpPr>
        <p:spPr>
          <a:xfrm>
            <a:off x="0" y="1768475"/>
            <a:ext cx="9976799" cy="4987800"/>
          </a:xfrm>
          <a:prstGeom prst="rect">
            <a:avLst/>
          </a:prstGeom>
        </p:spPr>
        <p:txBody>
          <a:bodyPr lIns="91425" tIns="91425" rIns="91425" bIns="91425" anchor="t" anchorCtr="0">
            <a:noAutofit/>
          </a:bodyPr>
          <a:lstStyle/>
          <a:p>
            <a:pPr marL="457200" lvl="0" indent="-431800" rtl="0">
              <a:buClr>
                <a:srgbClr val="000000"/>
              </a:buClr>
              <a:buSzPct val="166666"/>
              <a:buFont typeface="Arial"/>
              <a:buChar char="•"/>
            </a:pPr>
            <a:r>
              <a:rPr lang="en-US" sz="3200" dirty="0"/>
              <a:t>Practical next week:</a:t>
            </a:r>
            <a:endParaRPr lang="en-US" sz="4800" b="1" u="sng" dirty="0">
              <a:solidFill>
                <a:srgbClr val="0000FF"/>
              </a:solidFill>
              <a:latin typeface="Courier New"/>
              <a:cs typeface="Courier New"/>
              <a:sym typeface="Courier New"/>
            </a:endParaRPr>
          </a:p>
          <a:p>
            <a:pPr marL="457200" lvl="0" indent="-431800">
              <a:buClr>
                <a:srgbClr val="000000"/>
              </a:buClr>
              <a:buSzPct val="166666"/>
              <a:buFont typeface="Arial"/>
              <a:buChar char="•"/>
            </a:pPr>
            <a:r>
              <a:rPr lang="en-US" sz="3200">
                <a:hlinkClick r:id="rId3"/>
              </a:rPr>
              <a:t>https</a:t>
            </a:r>
            <a:r>
              <a:rPr lang="en-US" sz="3200" dirty="0">
                <a:hlinkClick r:id="rId3"/>
              </a:rPr>
              <a:t>://github.com/UCL-EO/geog0133/blob/main/docs/notebooks_lab/011_Photosynthesis_Modelling_Practical.ipynb</a:t>
            </a:r>
            <a:endParaRPr lang="en-US" sz="3200" dirty="0"/>
          </a:p>
          <a:p>
            <a:pPr marL="457200" lvl="0" indent="-431800">
              <a:buClr>
                <a:srgbClr val="000000"/>
              </a:buClr>
              <a:buSzPct val="166666"/>
              <a:buFont typeface="Arial"/>
              <a:buChar char="•"/>
            </a:pPr>
            <a:endParaRPr lang="en-US" sz="3200" dirty="0"/>
          </a:p>
        </p:txBody>
      </p:sp>
    </p:spTree>
  </p:cSld>
  <p:clrMapOvr>
    <a:masterClrMapping/>
  </p:clrMapOvr>
  <p:transition spd="slow">
    <p:cu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97"/>
        <p:cNvGrpSpPr/>
        <p:nvPr/>
      </p:nvGrpSpPr>
      <p:grpSpPr>
        <a:xfrm>
          <a:off x="0" y="0"/>
          <a:ext cx="0" cy="0"/>
          <a:chOff x="0" y="0"/>
          <a:chExt cx="0" cy="0"/>
        </a:xfrm>
      </p:grpSpPr>
      <p:sp>
        <p:nvSpPr>
          <p:cNvPr id="598" name="Shape 598"/>
          <p:cNvSpPr txBox="1">
            <a:spLocks noGrp="1"/>
          </p:cNvSpPr>
          <p:nvPr>
            <p:ph type="title"/>
          </p:nvPr>
        </p:nvSpPr>
        <p:spPr>
          <a:xfrm>
            <a:off x="504825" y="301625"/>
            <a:ext cx="9067799" cy="1260474"/>
          </a:xfrm>
          <a:prstGeom prst="rect">
            <a:avLst/>
          </a:prstGeom>
          <a:solidFill>
            <a:srgbClr val="99CC00"/>
          </a:solidFill>
          <a:ln>
            <a:noFill/>
          </a:ln>
        </p:spPr>
        <p:txBody>
          <a:bodyPr lIns="0" tIns="0" rIns="0" bIns="0" anchor="ctr" anchorCtr="0">
            <a:noAutofit/>
          </a:bodyPr>
          <a:lstStyle/>
          <a:p>
            <a:pPr marL="0" marR="0" lvl="0" indent="0" algn="ctr" rtl="0">
              <a:lnSpc>
                <a:spcPct val="93000"/>
              </a:lnSpc>
              <a:spcBef>
                <a:spcPts val="0"/>
              </a:spcBef>
              <a:spcAft>
                <a:spcPts val="0"/>
              </a:spcAft>
              <a:buSzPct val="25000"/>
              <a:buNone/>
            </a:pPr>
            <a:r>
              <a:rPr lang="en-US" sz="4400" b="1" i="0" u="none" strike="noStrike" cap="none" baseline="0">
                <a:solidFill>
                  <a:srgbClr val="000000"/>
                </a:solidFill>
                <a:latin typeface="Arial"/>
                <a:ea typeface="Arial"/>
                <a:cs typeface="Arial"/>
                <a:sym typeface="Arial"/>
              </a:rPr>
              <a:t>Stomatal conductance</a:t>
            </a:r>
          </a:p>
        </p:txBody>
      </p:sp>
      <p:sp>
        <p:nvSpPr>
          <p:cNvPr id="599" name="Shape 599"/>
          <p:cNvSpPr txBox="1">
            <a:spLocks noGrp="1"/>
          </p:cNvSpPr>
          <p:nvPr>
            <p:ph type="body" idx="1"/>
          </p:nvPr>
        </p:nvSpPr>
        <p:spPr>
          <a:xfrm>
            <a:off x="504825" y="1768475"/>
            <a:ext cx="9067799" cy="4987924"/>
          </a:xfrm>
          <a:prstGeom prst="rect">
            <a:avLst/>
          </a:prstGeom>
          <a:noFill/>
          <a:ln>
            <a:noFill/>
          </a:ln>
        </p:spPr>
        <p:txBody>
          <a:bodyPr lIns="0" tIns="28200" rIns="0" bIns="0" anchor="t" anchorCtr="0">
            <a:noAutofit/>
          </a:bodyPr>
          <a:lstStyle/>
          <a:p>
            <a:pPr marL="342900" marR="0" lvl="0" indent="-342900" algn="l" rtl="0">
              <a:lnSpc>
                <a:spcPct val="93000"/>
              </a:lnSpc>
              <a:spcBef>
                <a:spcPts val="0"/>
              </a:spcBef>
              <a:spcAft>
                <a:spcPts val="1425"/>
              </a:spcAft>
              <a:buSzPct val="25000"/>
              <a:buNone/>
            </a:pPr>
            <a:r>
              <a:rPr lang="en-US" sz="3200" b="0" i="0" u="none" strike="noStrike" cap="none" baseline="0">
                <a:solidFill>
                  <a:srgbClr val="000000"/>
                </a:solidFill>
                <a:latin typeface="Arial"/>
                <a:ea typeface="Arial"/>
                <a:cs typeface="Arial"/>
                <a:sym typeface="Arial"/>
              </a:rPr>
              <a:t>when plants decrease stomatal conductance (increase resistance) to minimise water loss, photosynthesis declines redcuing the efficiency at which plants convert light to carbohydrates </a:t>
            </a:r>
          </a:p>
        </p:txBody>
      </p:sp>
      <p:pic>
        <p:nvPicPr>
          <p:cNvPr id="600" name="Shape 600"/>
          <p:cNvPicPr preferRelativeResize="0"/>
          <p:nvPr/>
        </p:nvPicPr>
        <p:blipFill>
          <a:blip r:embed="rId3"/>
          <a:stretch>
            <a:fillRect/>
          </a:stretch>
        </p:blipFill>
        <p:spPr>
          <a:xfrm>
            <a:off x="5756" y="3959412"/>
            <a:ext cx="6480473" cy="3600262"/>
          </a:xfrm>
          <a:prstGeom prst="rect">
            <a:avLst/>
          </a:prstGeom>
        </p:spPr>
      </p:pic>
    </p:spTree>
  </p:cSld>
  <p:clrMapOvr>
    <a:masterClrMapping/>
  </p:clrMapOvr>
  <p:transition spd="slow">
    <p:cu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04"/>
        <p:cNvGrpSpPr/>
        <p:nvPr/>
      </p:nvGrpSpPr>
      <p:grpSpPr>
        <a:xfrm>
          <a:off x="0" y="0"/>
          <a:ext cx="0" cy="0"/>
          <a:chOff x="0" y="0"/>
          <a:chExt cx="0" cy="0"/>
        </a:xfrm>
      </p:grpSpPr>
      <p:sp>
        <p:nvSpPr>
          <p:cNvPr id="605" name="Shape 605"/>
          <p:cNvSpPr txBox="1">
            <a:spLocks noGrp="1"/>
          </p:cNvSpPr>
          <p:nvPr>
            <p:ph type="title"/>
          </p:nvPr>
        </p:nvSpPr>
        <p:spPr>
          <a:xfrm>
            <a:off x="504825" y="301625"/>
            <a:ext cx="9067799" cy="1260474"/>
          </a:xfrm>
          <a:prstGeom prst="rect">
            <a:avLst/>
          </a:prstGeom>
          <a:solidFill>
            <a:srgbClr val="99CC00"/>
          </a:solidFill>
          <a:ln>
            <a:noFill/>
          </a:ln>
        </p:spPr>
        <p:txBody>
          <a:bodyPr lIns="0" tIns="0" rIns="0" bIns="0" anchor="ctr" anchorCtr="0">
            <a:noAutofit/>
          </a:bodyPr>
          <a:lstStyle/>
          <a:p>
            <a:pPr marL="0" marR="0" lvl="0" indent="0" algn="ctr" rtl="0">
              <a:lnSpc>
                <a:spcPct val="93000"/>
              </a:lnSpc>
              <a:spcBef>
                <a:spcPts val="0"/>
              </a:spcBef>
              <a:spcAft>
                <a:spcPts val="0"/>
              </a:spcAft>
              <a:buSzPct val="25000"/>
              <a:buNone/>
            </a:pPr>
            <a:r>
              <a:rPr lang="en-US" sz="4400" b="0" i="0" u="none" strike="noStrike" cap="none" baseline="0">
                <a:solidFill>
                  <a:srgbClr val="000000"/>
                </a:solidFill>
                <a:latin typeface="Arial"/>
                <a:ea typeface="Arial"/>
                <a:cs typeface="Arial"/>
                <a:sym typeface="Arial"/>
              </a:rPr>
              <a:t>Model of stomatal conductance</a:t>
            </a:r>
          </a:p>
        </p:txBody>
      </p:sp>
      <mc:AlternateContent xmlns:mc="http://schemas.openxmlformats.org/markup-compatibility/2006" xmlns:a14="http://schemas.microsoft.com/office/drawing/2010/main">
        <mc:Choice Requires="a14">
          <p:sp>
            <p:nvSpPr>
              <p:cNvPr id="606" name="Shape 606"/>
              <p:cNvSpPr txBox="1">
                <a:spLocks noGrp="1"/>
              </p:cNvSpPr>
              <p:nvPr>
                <p:ph type="body" idx="1"/>
              </p:nvPr>
            </p:nvSpPr>
            <p:spPr>
              <a:xfrm>
                <a:off x="504825" y="1768475"/>
                <a:ext cx="9067799" cy="4987924"/>
              </a:xfrm>
              <a:prstGeom prst="rect">
                <a:avLst/>
              </a:prstGeom>
              <a:noFill/>
              <a:ln>
                <a:noFill/>
              </a:ln>
            </p:spPr>
            <p:txBody>
              <a:bodyPr lIns="0" tIns="28200" rIns="0" bIns="0" anchor="t" anchorCtr="0">
                <a:noAutofit/>
              </a:bodyPr>
              <a:lstStyle/>
              <a:p>
                <a:pPr marL="342900" marR="0" lvl="0" indent="-342900" algn="l" rtl="0">
                  <a:lnSpc>
                    <a:spcPct val="93000"/>
                  </a:lnSpc>
                  <a:spcBef>
                    <a:spcPts val="0"/>
                  </a:spcBef>
                  <a:spcAft>
                    <a:spcPts val="0"/>
                  </a:spcAft>
                  <a:buSzPct val="25000"/>
                  <a:buNone/>
                </a:pPr>
                <a:r>
                  <a:rPr lang="en-US" sz="3200" b="0" i="0" u="none" strike="noStrike" cap="none" baseline="0" dirty="0">
                    <a:solidFill>
                      <a:srgbClr val="000000"/>
                    </a:solidFill>
                    <a:latin typeface="Arial"/>
                    <a:ea typeface="Arial"/>
                    <a:cs typeface="Arial"/>
                    <a:sym typeface="Arial"/>
                  </a:rPr>
                  <a:t>Non water stressed:</a:t>
                </a:r>
              </a:p>
              <a:p>
                <a:pPr marL="342900" marR="0" lvl="0" indent="-342900" algn="l" rtl="0">
                  <a:lnSpc>
                    <a:spcPct val="93000"/>
                  </a:lnSpc>
                  <a:spcBef>
                    <a:spcPts val="0"/>
                  </a:spcBef>
                  <a:spcAft>
                    <a:spcPts val="0"/>
                  </a:spcAft>
                  <a:buSzPct val="25000"/>
                  <a:buNone/>
                </a:pPr>
                <a:endParaRPr lang="en-US" sz="3200" b="0" i="0" u="none" strike="noStrike" cap="none" baseline="0" dirty="0">
                  <a:solidFill>
                    <a:srgbClr val="000000"/>
                  </a:solidFill>
                  <a:latin typeface="Arial"/>
                  <a:ea typeface="Arial"/>
                  <a:cs typeface="Arial"/>
                  <a:sym typeface="Arial"/>
                </a:endParaRPr>
              </a:p>
              <a:p>
                <a:pPr/>
                <a14:m>
                  <m:oMathPara xmlns:m="http://schemas.openxmlformats.org/officeDocument/2006/math">
                    <m:oMathParaPr>
                      <m:jc m:val="centerGroup"/>
                    </m:oMathParaPr>
                    <m:oMath xmlns:m="http://schemas.openxmlformats.org/officeDocument/2006/math">
                      <m:sSub>
                        <m:sSubPr>
                          <m:ctrlPr>
                            <a:rPr lang="en-US" sz="3600" i="1">
                              <a:latin typeface="Cambria Math" panose="02040503050406030204" pitchFamily="18" charset="0"/>
                            </a:rPr>
                          </m:ctrlPr>
                        </m:sSubPr>
                        <m:e>
                          <m:r>
                            <a:rPr lang="en-GB" sz="3600" i="1">
                              <a:latin typeface="Cambria Math" panose="02040503050406030204" pitchFamily="18" charset="0"/>
                            </a:rPr>
                            <m:t>𝐺</m:t>
                          </m:r>
                        </m:e>
                        <m:sub>
                          <m:r>
                            <a:rPr lang="en-GB" sz="3600" i="1">
                              <a:latin typeface="Cambria Math" panose="02040503050406030204" pitchFamily="18" charset="0"/>
                            </a:rPr>
                            <m:t>𝑐</m:t>
                          </m:r>
                          <m:r>
                            <a:rPr lang="en-GB" sz="3600" i="1">
                              <a:latin typeface="Cambria Math" panose="02040503050406030204" pitchFamily="18" charset="0"/>
                            </a:rPr>
                            <m:t>,0=</m:t>
                          </m:r>
                          <m:f>
                            <m:fPr>
                              <m:ctrlPr>
                                <a:rPr lang="en-GB" sz="3600" i="1">
                                  <a:latin typeface="Cambria Math" panose="02040503050406030204" pitchFamily="18" charset="0"/>
                                </a:rPr>
                              </m:ctrlPr>
                            </m:fPr>
                            <m:num>
                              <m:r>
                                <a:rPr lang="en-GB" sz="3600" i="1">
                                  <a:latin typeface="Cambria Math" panose="02040503050406030204" pitchFamily="18" charset="0"/>
                                </a:rPr>
                                <m:t>1.6</m:t>
                              </m:r>
                              <m:sSub>
                                <m:sSubPr>
                                  <m:ctrlPr>
                                    <a:rPr lang="en-GB" sz="3600" i="1">
                                      <a:latin typeface="Cambria Math" panose="02040503050406030204" pitchFamily="18" charset="0"/>
                                    </a:rPr>
                                  </m:ctrlPr>
                                </m:sSubPr>
                                <m:e>
                                  <m:r>
                                    <a:rPr lang="en-GB" sz="3600" i="1">
                                      <a:latin typeface="Cambria Math" panose="02040503050406030204" pitchFamily="18" charset="0"/>
                                    </a:rPr>
                                    <m:t>𝐴</m:t>
                                  </m:r>
                                </m:e>
                                <m:sub>
                                  <m:r>
                                    <a:rPr lang="en-GB" sz="3600" i="1">
                                      <a:latin typeface="Cambria Math" panose="02040503050406030204" pitchFamily="18" charset="0"/>
                                    </a:rPr>
                                    <m:t>𝑐</m:t>
                                  </m:r>
                                  <m:r>
                                    <a:rPr lang="en-GB" sz="3600" i="1">
                                      <a:latin typeface="Cambria Math" panose="02040503050406030204" pitchFamily="18" charset="0"/>
                                    </a:rPr>
                                    <m:t>,0</m:t>
                                  </m:r>
                                </m:sub>
                              </m:sSub>
                              <m:r>
                                <a:rPr lang="en-GB" sz="3600" i="1">
                                  <a:latin typeface="Cambria Math" panose="02040503050406030204" pitchFamily="18" charset="0"/>
                                </a:rPr>
                                <m:t>𝑅</m:t>
                              </m:r>
                              <m:sSub>
                                <m:sSubPr>
                                  <m:ctrlPr>
                                    <a:rPr lang="en-GB" sz="3600" i="1">
                                      <a:latin typeface="Cambria Math" panose="02040503050406030204" pitchFamily="18" charset="0"/>
                                    </a:rPr>
                                  </m:ctrlPr>
                                </m:sSubPr>
                                <m:e>
                                  <m:r>
                                    <a:rPr lang="en-GB" sz="3600" i="1">
                                      <a:latin typeface="Cambria Math" panose="02040503050406030204" pitchFamily="18" charset="0"/>
                                    </a:rPr>
                                    <m:t>𝑇</m:t>
                                  </m:r>
                                </m:e>
                                <m:sub>
                                  <m:r>
                                    <a:rPr lang="en-GB" sz="3600" i="1">
                                      <a:latin typeface="Cambria Math" panose="02040503050406030204" pitchFamily="18" charset="0"/>
                                    </a:rPr>
                                    <m:t>𝑘</m:t>
                                  </m:r>
                                </m:sub>
                              </m:sSub>
                            </m:num>
                            <m:den>
                              <m:sSub>
                                <m:sSubPr>
                                  <m:ctrlPr>
                                    <a:rPr lang="en-GB" sz="3600" i="1">
                                      <a:latin typeface="Cambria Math" panose="02040503050406030204" pitchFamily="18" charset="0"/>
                                    </a:rPr>
                                  </m:ctrlPr>
                                </m:sSubPr>
                                <m:e>
                                  <m:r>
                                    <a:rPr lang="en-GB" sz="3600" i="1">
                                      <a:latin typeface="Cambria Math" panose="02040503050406030204" pitchFamily="18" charset="0"/>
                                    </a:rPr>
                                    <m:t>𝐶</m:t>
                                  </m:r>
                                </m:e>
                                <m:sub>
                                  <m:r>
                                    <a:rPr lang="en-GB" sz="3600" i="1">
                                      <a:latin typeface="Cambria Math" panose="02040503050406030204" pitchFamily="18" charset="0"/>
                                    </a:rPr>
                                    <m:t>𝑎</m:t>
                                  </m:r>
                                </m:sub>
                              </m:sSub>
                              <m:r>
                                <a:rPr lang="en-GB" sz="3600" i="1">
                                  <a:latin typeface="Cambria Math" panose="02040503050406030204" pitchFamily="18" charset="0"/>
                                </a:rPr>
                                <m:t>−</m:t>
                              </m:r>
                              <m:sSub>
                                <m:sSubPr>
                                  <m:ctrlPr>
                                    <a:rPr lang="en-GB" sz="3600" i="1">
                                      <a:latin typeface="Cambria Math" panose="02040503050406030204" pitchFamily="18" charset="0"/>
                                    </a:rPr>
                                  </m:ctrlPr>
                                </m:sSubPr>
                                <m:e>
                                  <m:r>
                                    <a:rPr lang="en-GB" sz="3600" i="1">
                                      <a:latin typeface="Cambria Math" panose="02040503050406030204" pitchFamily="18" charset="0"/>
                                    </a:rPr>
                                    <m:t>𝐶</m:t>
                                  </m:r>
                                </m:e>
                                <m:sub>
                                  <m:r>
                                    <a:rPr lang="en-GB" sz="3600" i="1">
                                      <a:latin typeface="Cambria Math" panose="02040503050406030204" pitchFamily="18" charset="0"/>
                                    </a:rPr>
                                    <m:t>𝑖</m:t>
                                  </m:r>
                                  <m:r>
                                    <a:rPr lang="en-GB" sz="3600" i="1">
                                      <a:latin typeface="Cambria Math" panose="02040503050406030204" pitchFamily="18" charset="0"/>
                                    </a:rPr>
                                    <m:t>,0</m:t>
                                  </m:r>
                                </m:sub>
                              </m:sSub>
                              <m:r>
                                <a:rPr lang="en-GB" sz="3600" i="1">
                                  <a:latin typeface="Cambria Math" panose="02040503050406030204" pitchFamily="18" charset="0"/>
                                </a:rPr>
                                <m:t>𝑝</m:t>
                              </m:r>
                            </m:den>
                          </m:f>
                        </m:sub>
                      </m:sSub>
                    </m:oMath>
                  </m:oMathPara>
                </a14:m>
                <a:endParaRPr lang="en-US" sz="3200" b="0" i="0" u="none" strike="noStrike" cap="none" baseline="0" dirty="0">
                  <a:solidFill>
                    <a:srgbClr val="000000"/>
                  </a:solidFill>
                  <a:latin typeface="Arial"/>
                  <a:ea typeface="Arial"/>
                  <a:cs typeface="Arial"/>
                  <a:sym typeface="Arial"/>
                </a:endParaRPr>
              </a:p>
              <a:p>
                <a:pPr marL="342900" marR="0" lvl="0" indent="-342900" algn="l" rtl="0">
                  <a:lnSpc>
                    <a:spcPct val="93000"/>
                  </a:lnSpc>
                  <a:spcBef>
                    <a:spcPts val="1425"/>
                  </a:spcBef>
                  <a:spcAft>
                    <a:spcPts val="1425"/>
                  </a:spcAft>
                  <a:buSzPct val="25000"/>
                  <a:buNone/>
                </a:pPr>
                <a:r>
                  <a:rPr lang="en-US" sz="3200" b="0" i="0" u="none" strike="noStrike" cap="none" baseline="0" dirty="0">
                    <a:solidFill>
                      <a:srgbClr val="000000"/>
                    </a:solidFill>
                    <a:latin typeface="Arial"/>
                    <a:ea typeface="Arial"/>
                    <a:cs typeface="Arial"/>
                    <a:sym typeface="Arial"/>
                  </a:rPr>
                  <a:t>Often strong relationship between G</a:t>
                </a:r>
                <a:r>
                  <a:rPr lang="en-US" sz="2000" b="0" i="0" u="none" strike="noStrike" cap="none" baseline="0" dirty="0">
                    <a:solidFill>
                      <a:srgbClr val="000000"/>
                    </a:solidFill>
                    <a:latin typeface="Arial"/>
                    <a:ea typeface="Arial"/>
                    <a:cs typeface="Arial"/>
                    <a:sym typeface="Arial"/>
                  </a:rPr>
                  <a:t>c,0</a:t>
                </a:r>
                <a:r>
                  <a:rPr lang="en-US" sz="3200" b="0" i="0" u="none" strike="noStrike" cap="none" baseline="0" dirty="0">
                    <a:solidFill>
                      <a:srgbClr val="000000"/>
                    </a:solidFill>
                    <a:latin typeface="Arial"/>
                    <a:ea typeface="Arial"/>
                    <a:cs typeface="Arial"/>
                    <a:sym typeface="Arial"/>
                  </a:rPr>
                  <a:t> and assimilation:</a:t>
                </a:r>
              </a:p>
            </p:txBody>
          </p:sp>
        </mc:Choice>
        <mc:Fallback xmlns="">
          <p:sp>
            <p:nvSpPr>
              <p:cNvPr id="606" name="Shape 606"/>
              <p:cNvSpPr txBox="1">
                <a:spLocks noGrp="1" noRot="1" noChangeAspect="1" noMove="1" noResize="1" noEditPoints="1" noAdjustHandles="1" noChangeArrowheads="1" noChangeShapeType="1" noTextEdit="1"/>
              </p:cNvSpPr>
              <p:nvPr>
                <p:ph type="body" idx="1"/>
              </p:nvPr>
            </p:nvSpPr>
            <p:spPr>
              <a:xfrm>
                <a:off x="504825" y="1768475"/>
                <a:ext cx="9067799" cy="4987924"/>
              </a:xfrm>
              <a:prstGeom prst="rect">
                <a:avLst/>
              </a:prstGeom>
              <a:blipFill>
                <a:blip r:embed="rId5"/>
                <a:stretch>
                  <a:fillRect l="-2657" t="-2538"/>
                </a:stretch>
              </a:blipFill>
              <a:ln>
                <a:noFill/>
              </a:ln>
            </p:spPr>
            <p:txBody>
              <a:bodyPr/>
              <a:lstStyle/>
              <a:p>
                <a:r>
                  <a:rPr lang="en-US">
                    <a:noFill/>
                  </a:rPr>
                  <a:t> </a:t>
                </a:r>
              </a:p>
            </p:txBody>
          </p:sp>
        </mc:Fallback>
      </mc:AlternateContent>
      <p:sp>
        <p:nvSpPr>
          <p:cNvPr id="2" name="TextBox 1">
            <a:extLst>
              <a:ext uri="{FF2B5EF4-FFF2-40B4-BE49-F238E27FC236}">
                <a16:creationId xmlns:a16="http://schemas.microsoft.com/office/drawing/2014/main" id="{017881AF-2ADF-DD47-B9D8-91020C56DA63}"/>
              </a:ext>
            </a:extLst>
          </p:cNvPr>
          <p:cNvSpPr txBox="1"/>
          <p:nvPr/>
        </p:nvSpPr>
        <p:spPr>
          <a:xfrm>
            <a:off x="3665486" y="5023324"/>
            <a:ext cx="3111749" cy="584775"/>
          </a:xfrm>
          <a:prstGeom prst="rect">
            <a:avLst/>
          </a:prstGeom>
          <a:noFill/>
        </p:spPr>
        <p:txBody>
          <a:bodyPr wrap="none" rtlCol="0">
            <a:spAutoFit/>
          </a:bodyPr>
          <a:lstStyle/>
          <a:p>
            <a:r>
              <a:rPr lang="en-US" sz="3200" dirty="0"/>
              <a:t>G</a:t>
            </a:r>
            <a:r>
              <a:rPr lang="en-US" sz="3200" baseline="-25000" dirty="0"/>
              <a:t>c,0</a:t>
            </a:r>
            <a:r>
              <a:rPr lang="en-US" sz="3200" dirty="0"/>
              <a:t> = 0.883 A</a:t>
            </a:r>
            <a:r>
              <a:rPr lang="en-US" sz="3200" baseline="-25000" dirty="0"/>
              <a:t>c,0</a:t>
            </a:r>
          </a:p>
        </p:txBody>
      </p:sp>
    </p:spTree>
  </p:cSld>
  <p:clrMapOvr>
    <a:masterClrMapping/>
  </p:clrMapOvr>
  <p:transition spd="slow">
    <p:c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13"/>
        <p:cNvGrpSpPr/>
        <p:nvPr/>
      </p:nvGrpSpPr>
      <p:grpSpPr>
        <a:xfrm>
          <a:off x="0" y="0"/>
          <a:ext cx="0" cy="0"/>
          <a:chOff x="0" y="0"/>
          <a:chExt cx="0" cy="0"/>
        </a:xfrm>
      </p:grpSpPr>
      <p:sp>
        <p:nvSpPr>
          <p:cNvPr id="614" name="Shape 614"/>
          <p:cNvSpPr txBox="1">
            <a:spLocks noGrp="1"/>
          </p:cNvSpPr>
          <p:nvPr>
            <p:ph type="title"/>
          </p:nvPr>
        </p:nvSpPr>
        <p:spPr>
          <a:xfrm>
            <a:off x="504825" y="301625"/>
            <a:ext cx="9067799" cy="1260474"/>
          </a:xfrm>
          <a:prstGeom prst="rect">
            <a:avLst/>
          </a:prstGeom>
          <a:solidFill>
            <a:srgbClr val="99CC00"/>
          </a:solidFill>
          <a:ln>
            <a:noFill/>
          </a:ln>
        </p:spPr>
        <p:txBody>
          <a:bodyPr lIns="0" tIns="0" rIns="0" bIns="0" anchor="ctr" anchorCtr="0">
            <a:noAutofit/>
          </a:bodyPr>
          <a:lstStyle/>
          <a:p>
            <a:pPr marL="0" marR="0" lvl="0" indent="0" algn="ctr" rtl="0">
              <a:lnSpc>
                <a:spcPct val="93000"/>
              </a:lnSpc>
              <a:spcBef>
                <a:spcPts val="0"/>
              </a:spcBef>
              <a:spcAft>
                <a:spcPts val="0"/>
              </a:spcAft>
              <a:buSzPct val="25000"/>
              <a:buNone/>
            </a:pPr>
            <a:r>
              <a:rPr lang="en-US" sz="4400" b="1" i="0" u="none" strike="noStrike" cap="none" baseline="0">
                <a:solidFill>
                  <a:srgbClr val="000000"/>
                </a:solidFill>
                <a:latin typeface="Arial"/>
                <a:ea typeface="Arial"/>
                <a:cs typeface="Arial"/>
                <a:sym typeface="Arial"/>
              </a:rPr>
              <a:t>5. Modelling Photosynthesis</a:t>
            </a:r>
          </a:p>
        </p:txBody>
      </p:sp>
      <p:sp>
        <p:nvSpPr>
          <p:cNvPr id="615" name="Shape 615"/>
          <p:cNvSpPr txBox="1">
            <a:spLocks noGrp="1"/>
          </p:cNvSpPr>
          <p:nvPr>
            <p:ph type="body" idx="1"/>
          </p:nvPr>
        </p:nvSpPr>
        <p:spPr>
          <a:xfrm>
            <a:off x="504825" y="1768475"/>
            <a:ext cx="9067799" cy="4987924"/>
          </a:xfrm>
          <a:prstGeom prst="rect">
            <a:avLst/>
          </a:prstGeom>
          <a:noFill/>
          <a:ln>
            <a:noFill/>
          </a:ln>
        </p:spPr>
        <p:txBody>
          <a:bodyPr lIns="0" tIns="28200" rIns="0" bIns="0" anchor="t" anchorCtr="0">
            <a:noAutofit/>
          </a:bodyPr>
          <a:lstStyle/>
          <a:p>
            <a:pPr marL="342900" marR="0" lvl="0" indent="-342900" algn="l" rtl="0">
              <a:lnSpc>
                <a:spcPct val="93000"/>
              </a:lnSpc>
              <a:spcBef>
                <a:spcPts val="0"/>
              </a:spcBef>
              <a:spcAft>
                <a:spcPts val="0"/>
              </a:spcAft>
              <a:buSzPct val="25000"/>
              <a:buNone/>
            </a:pPr>
            <a:r>
              <a:rPr lang="en-US" sz="2000" b="1" i="0" u="none" strike="noStrike" cap="none" baseline="0">
                <a:solidFill>
                  <a:srgbClr val="000000"/>
                </a:solidFill>
                <a:latin typeface="Arial"/>
                <a:ea typeface="Arial"/>
                <a:cs typeface="Arial"/>
                <a:sym typeface="Arial"/>
              </a:rPr>
              <a:t>Summary</a:t>
            </a:r>
          </a:p>
          <a:p>
            <a:pPr marL="342900" marR="0" lvl="0" indent="-342900" algn="l" rtl="0">
              <a:lnSpc>
                <a:spcPct val="93000"/>
              </a:lnSpc>
              <a:spcBef>
                <a:spcPts val="1425"/>
              </a:spcBef>
              <a:spcAft>
                <a:spcPts val="0"/>
              </a:spcAft>
              <a:buClr>
                <a:srgbClr val="000000"/>
              </a:buClr>
              <a:buSzPct val="100000"/>
              <a:buFont typeface="Arial"/>
              <a:buChar char="•"/>
            </a:pPr>
            <a:r>
              <a:rPr lang="en-US" sz="2000" b="0" i="0" u="none" strike="noStrike" cap="none" baseline="0">
                <a:solidFill>
                  <a:srgbClr val="000000"/>
                </a:solidFill>
                <a:latin typeface="Arial"/>
                <a:ea typeface="Arial"/>
                <a:cs typeface="Arial"/>
                <a:sym typeface="Arial"/>
              </a:rPr>
              <a:t>outlined the ‘Farquhar’ approach to modelling photosynthesis, that is used in this or related forms in most DGVMs.</a:t>
            </a:r>
          </a:p>
          <a:p>
            <a:pPr marL="342900" marR="0" lvl="0" indent="-342900" algn="l" rtl="0">
              <a:lnSpc>
                <a:spcPct val="93000"/>
              </a:lnSpc>
              <a:spcBef>
                <a:spcPts val="1425"/>
              </a:spcBef>
              <a:spcAft>
                <a:spcPts val="0"/>
              </a:spcAft>
              <a:buClr>
                <a:srgbClr val="000000"/>
              </a:buClr>
              <a:buSzPct val="100000"/>
              <a:buFont typeface="Arial"/>
              <a:buChar char="•"/>
            </a:pPr>
            <a:r>
              <a:rPr lang="en-US" sz="2000" b="0" i="0" u="none" strike="noStrike" cap="none" baseline="0">
                <a:solidFill>
                  <a:srgbClr val="000000"/>
                </a:solidFill>
                <a:latin typeface="Arial"/>
                <a:ea typeface="Arial"/>
                <a:cs typeface="Arial"/>
                <a:sym typeface="Arial"/>
              </a:rPr>
              <a:t>Relates carbon assimilation rate to the minimum of two potentially limiting factors</a:t>
            </a:r>
          </a:p>
          <a:p>
            <a:pPr marL="742950" marR="0" lvl="1" indent="-285750" algn="l" rtl="0">
              <a:lnSpc>
                <a:spcPct val="93000"/>
              </a:lnSpc>
              <a:spcBef>
                <a:spcPts val="1425"/>
              </a:spcBef>
              <a:spcAft>
                <a:spcPts val="0"/>
              </a:spcAft>
              <a:buClr>
                <a:srgbClr val="000000"/>
              </a:buClr>
              <a:buSzPct val="100000"/>
              <a:buFont typeface="Arial"/>
              <a:buChar char="•"/>
            </a:pPr>
            <a:r>
              <a:rPr lang="en-US" sz="1600" b="0" i="0" u="none" strike="noStrike" cap="none" baseline="0">
                <a:solidFill>
                  <a:srgbClr val="000000"/>
                </a:solidFill>
                <a:latin typeface="Arial"/>
                <a:ea typeface="Arial"/>
                <a:cs typeface="Arial"/>
                <a:sym typeface="Arial"/>
              </a:rPr>
              <a:t>the electron transport limiting rate and </a:t>
            </a:r>
          </a:p>
          <a:p>
            <a:pPr marL="742950" marR="0" lvl="1" indent="-285750" algn="l" rtl="0">
              <a:lnSpc>
                <a:spcPct val="93000"/>
              </a:lnSpc>
              <a:spcBef>
                <a:spcPts val="1138"/>
              </a:spcBef>
              <a:spcAft>
                <a:spcPts val="0"/>
              </a:spcAft>
              <a:buClr>
                <a:srgbClr val="000000"/>
              </a:buClr>
              <a:buSzPct val="100000"/>
              <a:buFont typeface="Arial"/>
              <a:buChar char="•"/>
            </a:pPr>
            <a:r>
              <a:rPr lang="en-US" sz="1600" b="0" i="0" u="none" strike="noStrike" cap="none" baseline="0">
                <a:solidFill>
                  <a:srgbClr val="000000"/>
                </a:solidFill>
                <a:latin typeface="Arial"/>
                <a:ea typeface="Arial"/>
                <a:cs typeface="Arial"/>
                <a:sym typeface="Arial"/>
              </a:rPr>
              <a:t>a carboxylating rate, </a:t>
            </a:r>
          </a:p>
          <a:p>
            <a:pPr marL="742950" marR="0" lvl="1" indent="-285750" algn="l" rtl="0">
              <a:lnSpc>
                <a:spcPct val="93000"/>
              </a:lnSpc>
              <a:spcBef>
                <a:spcPts val="1138"/>
              </a:spcBef>
              <a:spcAft>
                <a:spcPts val="0"/>
              </a:spcAft>
              <a:buClr>
                <a:srgbClr val="000000"/>
              </a:buClr>
              <a:buSzPct val="100000"/>
              <a:buFont typeface="Arial"/>
              <a:buChar char="•"/>
            </a:pPr>
            <a:r>
              <a:rPr lang="en-US" sz="1600" b="0" i="0" u="none" strike="noStrike" cap="none" baseline="0">
                <a:solidFill>
                  <a:srgbClr val="000000"/>
                </a:solidFill>
                <a:latin typeface="Arial"/>
                <a:ea typeface="Arial"/>
                <a:cs typeface="Arial"/>
                <a:sym typeface="Arial"/>
              </a:rPr>
              <a:t>with leaf ‘dark’ respiration subtracted. </a:t>
            </a:r>
          </a:p>
          <a:p>
            <a:pPr marL="342900" marR="0" lvl="0" indent="-342900" algn="l" rtl="0">
              <a:lnSpc>
                <a:spcPct val="93000"/>
              </a:lnSpc>
              <a:spcBef>
                <a:spcPts val="1138"/>
              </a:spcBef>
              <a:spcAft>
                <a:spcPts val="0"/>
              </a:spcAft>
              <a:buClr>
                <a:srgbClr val="000000"/>
              </a:buClr>
              <a:buSzPct val="100000"/>
              <a:buFont typeface="Arial"/>
              <a:buChar char="•"/>
            </a:pPr>
            <a:r>
              <a:rPr lang="en-US" sz="2000" b="0" i="0" u="none" strike="noStrike" cap="none" baseline="0">
                <a:solidFill>
                  <a:srgbClr val="000000"/>
                </a:solidFill>
                <a:latin typeface="Arial"/>
                <a:ea typeface="Arial"/>
                <a:cs typeface="Arial"/>
                <a:sym typeface="Arial"/>
              </a:rPr>
              <a:t>it relates carbon assimilation to ambient CO2 concentrations.</a:t>
            </a:r>
          </a:p>
          <a:p>
            <a:pPr marL="342900" marR="0" lvl="0" indent="-342900" algn="l" rtl="0">
              <a:lnSpc>
                <a:spcPct val="93000"/>
              </a:lnSpc>
              <a:spcBef>
                <a:spcPts val="1425"/>
              </a:spcBef>
              <a:spcAft>
                <a:spcPts val="0"/>
              </a:spcAft>
              <a:buClr>
                <a:srgbClr val="000000"/>
              </a:buClr>
              <a:buSzPct val="100000"/>
              <a:buFont typeface="Arial"/>
              <a:buChar char="•"/>
            </a:pPr>
            <a:r>
              <a:rPr lang="en-US" sz="2000" b="0" i="0" u="none" strike="noStrike" cap="none" baseline="0">
                <a:solidFill>
                  <a:srgbClr val="000000"/>
                </a:solidFill>
                <a:latin typeface="Arial"/>
                <a:ea typeface="Arial"/>
                <a:cs typeface="Arial"/>
                <a:sym typeface="Arial"/>
              </a:rPr>
              <a:t>outlined some concepts about what controls stomatal conductance. </a:t>
            </a:r>
          </a:p>
          <a:p>
            <a:pPr marL="742950" marR="0" lvl="1" indent="-285750" algn="l" rtl="0">
              <a:lnSpc>
                <a:spcPct val="93000"/>
              </a:lnSpc>
              <a:spcBef>
                <a:spcPts val="1425"/>
              </a:spcBef>
              <a:spcAft>
                <a:spcPts val="0"/>
              </a:spcAft>
              <a:buClr>
                <a:srgbClr val="000000"/>
              </a:buClr>
              <a:buSzPct val="100000"/>
              <a:buFont typeface="Arial"/>
              <a:buChar char="•"/>
            </a:pPr>
            <a:r>
              <a:rPr lang="en-US" sz="1600" b="0" i="0" u="none" strike="noStrike" cap="none" baseline="0">
                <a:solidFill>
                  <a:srgbClr val="000000"/>
                </a:solidFill>
                <a:latin typeface="Arial"/>
                <a:ea typeface="Arial"/>
                <a:cs typeface="Arial"/>
                <a:sym typeface="Arial"/>
              </a:rPr>
              <a:t>important concept because it can limit carbon assimilation and relates to water use by the leaf (transpiration).</a:t>
            </a:r>
          </a:p>
          <a:p>
            <a:endParaRPr lang="en-US" sz="1600" b="0" i="0" u="none" strike="noStrike" cap="none" baseline="0">
              <a:solidFill>
                <a:srgbClr val="000000"/>
              </a:solidFill>
              <a:latin typeface="Arial"/>
              <a:ea typeface="Arial"/>
              <a:cs typeface="Arial"/>
              <a:sym typeface="Arial"/>
            </a:endParaRPr>
          </a:p>
        </p:txBody>
      </p:sp>
    </p:spTree>
  </p:cSld>
  <p:clrMapOvr>
    <a:masterClrMapping/>
  </p:clrMapOvr>
  <p:transition spd="slow">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31"/>
        <p:cNvGrpSpPr/>
        <p:nvPr/>
      </p:nvGrpSpPr>
      <p:grpSpPr>
        <a:xfrm>
          <a:off x="0" y="0"/>
          <a:ext cx="0" cy="0"/>
          <a:chOff x="0" y="0"/>
          <a:chExt cx="0" cy="0"/>
        </a:xfrm>
      </p:grpSpPr>
      <p:sp>
        <p:nvSpPr>
          <p:cNvPr id="632" name="Shape 632"/>
          <p:cNvSpPr txBox="1">
            <a:spLocks noGrp="1"/>
          </p:cNvSpPr>
          <p:nvPr>
            <p:ph type="title"/>
          </p:nvPr>
        </p:nvSpPr>
        <p:spPr>
          <a:xfrm>
            <a:off x="504825" y="301625"/>
            <a:ext cx="9067799" cy="1260474"/>
          </a:xfrm>
          <a:prstGeom prst="rect">
            <a:avLst/>
          </a:prstGeom>
          <a:solidFill>
            <a:srgbClr val="99CC00"/>
          </a:solidFill>
          <a:ln>
            <a:noFill/>
          </a:ln>
        </p:spPr>
        <p:txBody>
          <a:bodyPr lIns="0" tIns="0" rIns="0" bIns="0" anchor="ctr" anchorCtr="0">
            <a:noAutofit/>
          </a:bodyPr>
          <a:lstStyle/>
          <a:p>
            <a:pPr marL="0" marR="0" lvl="0" indent="0" algn="ctr" rtl="0">
              <a:lnSpc>
                <a:spcPct val="93000"/>
              </a:lnSpc>
              <a:spcBef>
                <a:spcPts val="0"/>
              </a:spcBef>
              <a:spcAft>
                <a:spcPts val="0"/>
              </a:spcAft>
              <a:buSzPct val="25000"/>
              <a:buNone/>
            </a:pPr>
            <a:r>
              <a:rPr lang="en-US" sz="4400" b="0" i="0" u="none" strike="noStrike" cap="none" baseline="0">
                <a:solidFill>
                  <a:srgbClr val="000000"/>
                </a:solidFill>
                <a:latin typeface="Arial"/>
                <a:ea typeface="Arial"/>
                <a:cs typeface="Arial"/>
                <a:sym typeface="Arial"/>
              </a:rPr>
              <a:t>Recommended Reading</a:t>
            </a:r>
          </a:p>
        </p:txBody>
      </p:sp>
      <p:sp>
        <p:nvSpPr>
          <p:cNvPr id="633" name="Shape 633"/>
          <p:cNvSpPr txBox="1">
            <a:spLocks noGrp="1"/>
          </p:cNvSpPr>
          <p:nvPr>
            <p:ph type="body" idx="1"/>
          </p:nvPr>
        </p:nvSpPr>
        <p:spPr>
          <a:xfrm>
            <a:off x="504825" y="1768475"/>
            <a:ext cx="9067799" cy="4987924"/>
          </a:xfrm>
          <a:prstGeom prst="rect">
            <a:avLst/>
          </a:prstGeom>
          <a:noFill/>
          <a:ln>
            <a:noFill/>
          </a:ln>
        </p:spPr>
        <p:txBody>
          <a:bodyPr lIns="0" tIns="28200" rIns="0" bIns="0" anchor="t" anchorCtr="0">
            <a:noAutofit/>
          </a:bodyPr>
          <a:lstStyle/>
          <a:p>
            <a:pPr marL="342900" marR="0" lvl="0" indent="-342900" algn="l" rtl="0">
              <a:lnSpc>
                <a:spcPct val="100000"/>
              </a:lnSpc>
              <a:spcAft>
                <a:spcPts val="0"/>
              </a:spcAft>
              <a:buSzPct val="25000"/>
              <a:buNone/>
            </a:pPr>
            <a:r>
              <a:rPr lang="en-US" sz="1600" b="0" i="0" u="none" strike="noStrike" cap="none" baseline="0" dirty="0">
                <a:solidFill>
                  <a:srgbClr val="FF0000"/>
                </a:solidFill>
                <a:latin typeface="Arial"/>
                <a:ea typeface="Arial"/>
                <a:cs typeface="Arial"/>
                <a:sym typeface="Arial"/>
              </a:rPr>
              <a:t>D. B. Clark, et al. (2011) The Joint UK Land Environment Simulator (JULES), model description: Part 2: Carbon fluxes and vegetation dynamics, </a:t>
            </a:r>
            <a:r>
              <a:rPr lang="en-US" sz="1600" b="0" i="0" u="none" strike="noStrike" cap="none" baseline="0" dirty="0" err="1">
                <a:solidFill>
                  <a:srgbClr val="FF0000"/>
                </a:solidFill>
                <a:latin typeface="Arial"/>
                <a:ea typeface="Arial"/>
                <a:cs typeface="Arial"/>
                <a:sym typeface="Arial"/>
              </a:rPr>
              <a:t>Geosci</a:t>
            </a:r>
            <a:r>
              <a:rPr lang="en-US" sz="1600" b="0" i="0" u="none" strike="noStrike" cap="none" baseline="0" dirty="0">
                <a:solidFill>
                  <a:srgbClr val="FF0000"/>
                </a:solidFill>
                <a:latin typeface="Arial"/>
                <a:ea typeface="Arial"/>
                <a:cs typeface="Arial"/>
                <a:sym typeface="Arial"/>
              </a:rPr>
              <a:t>. Model Dev., 4, 701-722, 2011, doi:10.5194/gmd-4-701-2011</a:t>
            </a:r>
          </a:p>
          <a:p>
            <a:r>
              <a:rPr lang="en-GB" dirty="0"/>
              <a:t>Farquhar, G.D., S. von </a:t>
            </a:r>
            <a:r>
              <a:rPr lang="en-GB" dirty="0" err="1"/>
              <a:t>Caemmerer</a:t>
            </a:r>
            <a:r>
              <a:rPr lang="en-GB" dirty="0"/>
              <a:t>, and J.A. Berry (1980). A Biochemical Model of Photosynthetic CO2 Assimilation in Leaves of C3 species. Planta 149:78-90. [</a:t>
            </a:r>
            <a:r>
              <a:rPr lang="en-GB" dirty="0">
                <a:hlinkClick r:id="rId3"/>
              </a:rPr>
              <a:t>download</a:t>
            </a:r>
            <a:r>
              <a:rPr lang="en-GB" dirty="0"/>
              <a:t>]</a:t>
            </a:r>
          </a:p>
          <a:p>
            <a:r>
              <a:rPr lang="en-GB" dirty="0"/>
              <a:t>Farquhar GD, von </a:t>
            </a:r>
            <a:r>
              <a:rPr lang="en-GB" dirty="0" err="1"/>
              <a:t>Caemmerer</a:t>
            </a:r>
            <a:r>
              <a:rPr lang="en-GB" dirty="0"/>
              <a:t> S. 1982. </a:t>
            </a:r>
            <a:r>
              <a:rPr lang="en-GB" dirty="0" err="1"/>
              <a:t>Modeling</a:t>
            </a:r>
            <a:r>
              <a:rPr lang="en-GB" dirty="0"/>
              <a:t> of photosynthetic response to environmental conditions. In Physiological Plant Ecology. II. Water Relations and Carbon Assimilation, Lange OL, Nobel PS, Osmond CB, Ziegler H (eds). </a:t>
            </a:r>
            <a:r>
              <a:rPr lang="en-GB" dirty="0" err="1"/>
              <a:t>Encyclopedia</a:t>
            </a:r>
            <a:r>
              <a:rPr lang="en-GB" dirty="0"/>
              <a:t> of Plant Physiology, vol. 12B, Springer-Verlag: New York; 549-587.</a:t>
            </a:r>
          </a:p>
          <a:p>
            <a:r>
              <a:rPr lang="en-GB" dirty="0"/>
              <a:t>Knorr, W. (1997) Satellite remote sensing and modelling of the global CO2 exchange of land vegetation: a synthesis study. Max-Planck-</a:t>
            </a:r>
            <a:r>
              <a:rPr lang="en-GB" dirty="0" err="1"/>
              <a:t>Institut</a:t>
            </a:r>
            <a:r>
              <a:rPr lang="en-GB" dirty="0"/>
              <a:t> fur </a:t>
            </a:r>
            <a:r>
              <a:rPr lang="en-GB" dirty="0" err="1"/>
              <a:t>Meteorologie</a:t>
            </a:r>
            <a:r>
              <a:rPr lang="en-GB" dirty="0"/>
              <a:t> </a:t>
            </a:r>
            <a:r>
              <a:rPr lang="en-GB" dirty="0" err="1"/>
              <a:t>Examensarbeit</a:t>
            </a:r>
            <a:r>
              <a:rPr lang="en-GB" dirty="0"/>
              <a:t> Nr. 49, 185 pp. ISSN 0938-5177 (in German and English), Max-Planck-</a:t>
            </a:r>
            <a:r>
              <a:rPr lang="en-GB" dirty="0" err="1"/>
              <a:t>Institut</a:t>
            </a:r>
            <a:r>
              <a:rPr lang="en-GB" dirty="0"/>
              <a:t> fur </a:t>
            </a:r>
            <a:r>
              <a:rPr lang="en-GB" dirty="0" err="1"/>
              <a:t>Meteorologie</a:t>
            </a:r>
            <a:r>
              <a:rPr lang="en-GB" dirty="0"/>
              <a:t>, Hamburg, Germany. (</a:t>
            </a:r>
            <a:r>
              <a:rPr lang="en-GB" dirty="0">
                <a:hlinkClick r:id="rId4"/>
              </a:rPr>
              <a:t>available online</a:t>
            </a:r>
            <a:r>
              <a:rPr lang="en-GB" dirty="0"/>
              <a:t> ).</a:t>
            </a:r>
          </a:p>
          <a:p>
            <a:r>
              <a:rPr lang="en-GB" dirty="0"/>
              <a:t>Knorr, W. (2000) Annual and interannual CO exchanges of the terrestrial biosphere: process-based simulations and uncertainties, Global Ecology &amp; Biogeography (2000) 9, 225-252</a:t>
            </a:r>
          </a:p>
          <a:p>
            <a:r>
              <a:rPr lang="en-GB" dirty="0"/>
              <a:t>Jarvis, P.G. (1976) </a:t>
            </a:r>
            <a:r>
              <a:rPr lang="en-GB" dirty="0">
                <a:hlinkClick r:id="rId5"/>
              </a:rPr>
              <a:t>The interpretation of variations in leaf water potential and stomatal conductance found in canopies in the field</a:t>
            </a:r>
            <a:r>
              <a:rPr lang="en-GB" dirty="0"/>
              <a:t> . Philosophical Trans- actions of the Royal Society of London, Series B, 273, 593-610.</a:t>
            </a:r>
          </a:p>
          <a:p>
            <a:pPr marL="342900" marR="0" lvl="0" indent="-342900" algn="l" rtl="0">
              <a:lnSpc>
                <a:spcPct val="100000"/>
              </a:lnSpc>
              <a:spcAft>
                <a:spcPts val="0"/>
              </a:spcAft>
              <a:buSzPct val="25000"/>
              <a:buNone/>
            </a:pPr>
            <a:endParaRPr lang="en-US" sz="1600" b="0" i="0" u="none" strike="noStrike" cap="none" baseline="0" dirty="0">
              <a:solidFill>
                <a:schemeClr val="tx1"/>
              </a:solidFill>
              <a:latin typeface="Arial"/>
              <a:ea typeface="Arial"/>
              <a:cs typeface="Arial"/>
              <a:sym typeface="Arial"/>
            </a:endParaRPr>
          </a:p>
        </p:txBody>
      </p:sp>
    </p:spTree>
  </p:cSld>
  <p:clrMapOvr>
    <a:masterClrMapping/>
  </p:clrMapOvr>
  <p:transition spd="slow">
    <p:cu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98D73-7B88-B641-A30B-33A8E75CCAA6}"/>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0B7893C6-D965-CD40-9F37-C64AB5479FC5}"/>
              </a:ext>
            </a:extLst>
          </p:cNvPr>
          <p:cNvSpPr>
            <a:spLocks noGrp="1"/>
          </p:cNvSpPr>
          <p:nvPr>
            <p:ph type="body" idx="1"/>
          </p:nvPr>
        </p:nvSpPr>
        <p:spPr/>
        <p:txBody>
          <a:bodyPr/>
          <a:lstStyle/>
          <a:p>
            <a:r>
              <a:rPr lang="en-GB" dirty="0"/>
              <a:t>Jones, H.G. (1983) Plants and microclimate. 323 pp. Cambridge University Press, Cambridge, UK. (also </a:t>
            </a:r>
            <a:r>
              <a:rPr lang="en-GB" dirty="0">
                <a:hlinkClick r:id="rId2"/>
              </a:rPr>
              <a:t>1992</a:t>
            </a:r>
            <a:r>
              <a:rPr lang="en-GB" dirty="0"/>
              <a:t>)</a:t>
            </a:r>
          </a:p>
          <a:p>
            <a:r>
              <a:rPr lang="en-GB" dirty="0"/>
              <a:t>Jones, H.G. (1998) </a:t>
            </a:r>
            <a:r>
              <a:rPr lang="en-GB" dirty="0">
                <a:hlinkClick r:id="rId3"/>
              </a:rPr>
              <a:t>Stomatal control of photosynthesis and transpiration</a:t>
            </a:r>
            <a:r>
              <a:rPr lang="en-GB" dirty="0"/>
              <a:t> J. Exp. Bot. (1998) 49(Special Issue): 387-398 doi:10.1093/</a:t>
            </a:r>
            <a:r>
              <a:rPr lang="en-GB" dirty="0" err="1"/>
              <a:t>jxb</a:t>
            </a:r>
            <a:r>
              <a:rPr lang="en-GB" dirty="0"/>
              <a:t>/49.Special_Issue.387</a:t>
            </a:r>
          </a:p>
          <a:p>
            <a:r>
              <a:rPr lang="en-GB" b="1" dirty="0">
                <a:solidFill>
                  <a:srgbClr val="FF0000"/>
                </a:solidFill>
              </a:rPr>
              <a:t>Chapin, F.S</a:t>
            </a:r>
            <a:r>
              <a:rPr lang="en-GB" dirty="0">
                <a:solidFill>
                  <a:srgbClr val="FF0000"/>
                </a:solidFill>
              </a:rPr>
              <a:t>, Matson, P.A., and Mooney, H.A., (2002) Principles of Terrestrial Ecosystem Ecology, Springer: Chapters 5 and 6 .</a:t>
            </a:r>
          </a:p>
          <a:p>
            <a:endParaRPr lang="en-US" dirty="0"/>
          </a:p>
        </p:txBody>
      </p:sp>
    </p:spTree>
    <p:extLst>
      <p:ext uri="{BB962C8B-B14F-4D97-AF65-F5344CB8AC3E}">
        <p14:creationId xmlns:p14="http://schemas.microsoft.com/office/powerpoint/2010/main" val="1617099131"/>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5879</TotalTime>
  <Words>1380</Words>
  <Application>Microsoft Macintosh PowerPoint</Application>
  <PresentationFormat>Custom</PresentationFormat>
  <Paragraphs>65</Paragraphs>
  <Slides>12</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Cambria Math</vt:lpstr>
      <vt:lpstr>Courier New</vt:lpstr>
      <vt:lpstr>Times New Roman</vt:lpstr>
      <vt:lpstr>Default Design</vt:lpstr>
      <vt:lpstr>GEOG0113 Lecture 010 Modelling Photosynthesis</vt:lpstr>
      <vt:lpstr>Aims of lecture</vt:lpstr>
      <vt:lpstr>5. Modelling Photosynthesis</vt:lpstr>
      <vt:lpstr>PowerPoint Presentation</vt:lpstr>
      <vt:lpstr>PowerPoint Presentation</vt:lpstr>
      <vt:lpstr>Electron transport rate</vt:lpstr>
      <vt:lpstr>Exploring Farquhar’s Eqn</vt:lpstr>
      <vt:lpstr>Stomatal conductance</vt:lpstr>
      <vt:lpstr>Model of stomatal conductance</vt:lpstr>
      <vt:lpstr>5. Modelling Photosynthesis</vt:lpstr>
      <vt:lpstr>Recommended Reading</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Geogg124 Terrestrial Ecosystem Modelling</dc:title>
  <cp:lastModifiedBy>Harry Heorton</cp:lastModifiedBy>
  <cp:revision>28</cp:revision>
  <dcterms:modified xsi:type="dcterms:W3CDTF">2026-02-11T10:40:59Z</dcterms:modified>
</cp:coreProperties>
</file>